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305" r:id="rId4"/>
    <p:sldId id="306" r:id="rId5"/>
    <p:sldId id="307" r:id="rId6"/>
    <p:sldId id="308" r:id="rId7"/>
    <p:sldId id="309" r:id="rId8"/>
    <p:sldId id="310" r:id="rId9"/>
    <p:sldId id="311" r:id="rId10"/>
    <p:sldId id="321" r:id="rId11"/>
    <p:sldId id="322" r:id="rId12"/>
    <p:sldId id="323" r:id="rId13"/>
    <p:sldId id="324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320" r:id="rId2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304" autoAdjust="0"/>
  </p:normalViewPr>
  <p:slideViewPr>
    <p:cSldViewPr snapToGrid="0">
      <p:cViewPr>
        <p:scale>
          <a:sx n="87" d="100"/>
          <a:sy n="87" d="100"/>
        </p:scale>
        <p:origin x="-570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100"/>
              <a:buChar char="●"/>
              <a:defRPr sz="1100"/>
            </a:lvl1pPr>
            <a:lvl2pPr lvl="1">
              <a:spcBef>
                <a:spcPts val="0"/>
              </a:spcBef>
              <a:buSzPts val="1100"/>
              <a:buChar char="○"/>
              <a:defRPr sz="1100"/>
            </a:lvl2pPr>
            <a:lvl3pPr lvl="2">
              <a:spcBef>
                <a:spcPts val="0"/>
              </a:spcBef>
              <a:buSzPts val="1100"/>
              <a:buChar char="■"/>
              <a:defRPr sz="1100"/>
            </a:lvl3pPr>
            <a:lvl4pPr lvl="3">
              <a:spcBef>
                <a:spcPts val="0"/>
              </a:spcBef>
              <a:buSzPts val="1100"/>
              <a:buChar char="●"/>
              <a:defRPr sz="1100"/>
            </a:lvl4pPr>
            <a:lvl5pPr lvl="4">
              <a:spcBef>
                <a:spcPts val="0"/>
              </a:spcBef>
              <a:buSzPts val="1100"/>
              <a:buChar char="○"/>
              <a:defRPr sz="1100"/>
            </a:lvl5pPr>
            <a:lvl6pPr lvl="5">
              <a:spcBef>
                <a:spcPts val="0"/>
              </a:spcBef>
              <a:buSzPts val="1100"/>
              <a:buChar char="■"/>
              <a:defRPr sz="1100"/>
            </a:lvl6pPr>
            <a:lvl7pPr lvl="6">
              <a:spcBef>
                <a:spcPts val="0"/>
              </a:spcBef>
              <a:buSzPts val="1100"/>
              <a:buChar char="●"/>
              <a:defRPr sz="1100"/>
            </a:lvl7pPr>
            <a:lvl8pPr lvl="7">
              <a:spcBef>
                <a:spcPts val="0"/>
              </a:spcBef>
              <a:buSzPts val="1100"/>
              <a:buChar char="○"/>
              <a:defRPr sz="1100"/>
            </a:lvl8pPr>
            <a:lvl9pPr lvl="8">
              <a:spcBef>
                <a:spcPts val="0"/>
              </a:spcBef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0967356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6348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069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SzPts val="5200"/>
              <a:buNone/>
              <a:defRPr sz="5200"/>
            </a:lvl1pPr>
            <a:lvl2pPr lvl="1" algn="ctr">
              <a:spcBef>
                <a:spcPts val="0"/>
              </a:spcBef>
              <a:buSzPts val="5200"/>
              <a:buNone/>
              <a:defRPr sz="5200"/>
            </a:lvl2pPr>
            <a:lvl3pPr lvl="2" algn="ctr">
              <a:spcBef>
                <a:spcPts val="0"/>
              </a:spcBef>
              <a:buSzPts val="5200"/>
              <a:buNone/>
              <a:defRPr sz="5200"/>
            </a:lvl3pPr>
            <a:lvl4pPr lvl="3" algn="ctr">
              <a:spcBef>
                <a:spcPts val="0"/>
              </a:spcBef>
              <a:buSzPts val="5200"/>
              <a:buNone/>
              <a:defRPr sz="5200"/>
            </a:lvl4pPr>
            <a:lvl5pPr lvl="4" algn="ctr">
              <a:spcBef>
                <a:spcPts val="0"/>
              </a:spcBef>
              <a:buSzPts val="5200"/>
              <a:buNone/>
              <a:defRPr sz="5200"/>
            </a:lvl5pPr>
            <a:lvl6pPr lvl="5" algn="ctr">
              <a:spcBef>
                <a:spcPts val="0"/>
              </a:spcBef>
              <a:buSzPts val="5200"/>
              <a:buNone/>
              <a:defRPr sz="5200"/>
            </a:lvl6pPr>
            <a:lvl7pPr lvl="6" algn="ctr">
              <a:spcBef>
                <a:spcPts val="0"/>
              </a:spcBef>
              <a:buSzPts val="5200"/>
              <a:buNone/>
              <a:defRPr sz="5200"/>
            </a:lvl7pPr>
            <a:lvl8pPr lvl="7" algn="ctr">
              <a:spcBef>
                <a:spcPts val="0"/>
              </a:spcBef>
              <a:buSzPts val="5200"/>
              <a:buNone/>
              <a:defRPr sz="5200"/>
            </a:lvl8pPr>
            <a:lvl9pPr lvl="8" algn="ctr">
              <a:spcBef>
                <a:spcPts val="0"/>
              </a:spcBef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algn="ctr">
              <a:spcBef>
                <a:spcPts val="0"/>
              </a:spcBef>
              <a:buSzPts val="3600"/>
              <a:buNone/>
              <a:defRPr sz="3600"/>
            </a:lvl1pPr>
            <a:lvl2pPr lvl="1" algn="ctr">
              <a:spcBef>
                <a:spcPts val="0"/>
              </a:spcBef>
              <a:buSzPts val="3600"/>
              <a:buNone/>
              <a:defRPr sz="3600"/>
            </a:lvl2pPr>
            <a:lvl3pPr lvl="2" algn="ctr">
              <a:spcBef>
                <a:spcPts val="0"/>
              </a:spcBef>
              <a:buSzPts val="3600"/>
              <a:buNone/>
              <a:defRPr sz="3600"/>
            </a:lvl3pPr>
            <a:lvl4pPr lvl="3" algn="ctr">
              <a:spcBef>
                <a:spcPts val="0"/>
              </a:spcBef>
              <a:buSzPts val="3600"/>
              <a:buNone/>
              <a:defRPr sz="3600"/>
            </a:lvl4pPr>
            <a:lvl5pPr lvl="4" algn="ctr">
              <a:spcBef>
                <a:spcPts val="0"/>
              </a:spcBef>
              <a:buSzPts val="3600"/>
              <a:buNone/>
              <a:defRPr sz="3600"/>
            </a:lvl5pPr>
            <a:lvl6pPr lvl="5" algn="ctr">
              <a:spcBef>
                <a:spcPts val="0"/>
              </a:spcBef>
              <a:buSzPts val="3600"/>
              <a:buNone/>
              <a:defRPr sz="3600"/>
            </a:lvl6pPr>
            <a:lvl7pPr lvl="6" algn="ctr">
              <a:spcBef>
                <a:spcPts val="0"/>
              </a:spcBef>
              <a:buSzPts val="3600"/>
              <a:buNone/>
              <a:defRPr sz="3600"/>
            </a:lvl7pPr>
            <a:lvl8pPr lvl="7" algn="ctr">
              <a:spcBef>
                <a:spcPts val="0"/>
              </a:spcBef>
              <a:buSzPts val="3600"/>
              <a:buNone/>
              <a:defRPr sz="3600"/>
            </a:lvl8pPr>
            <a:lvl9pPr lvl="8" algn="ctr">
              <a:spcBef>
                <a:spcPts val="0"/>
              </a:spcBef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2800"/>
              <a:buNone/>
              <a:defRPr/>
            </a:lvl1pPr>
            <a:lvl2pPr lvl="1">
              <a:spcBef>
                <a:spcPts val="0"/>
              </a:spcBef>
              <a:buSzPts val="2800"/>
              <a:buNone/>
              <a:defRPr/>
            </a:lvl2pPr>
            <a:lvl3pPr lvl="2">
              <a:spcBef>
                <a:spcPts val="0"/>
              </a:spcBef>
              <a:buSzPts val="2800"/>
              <a:buNone/>
              <a:defRPr/>
            </a:lvl3pPr>
            <a:lvl4pPr lvl="3">
              <a:spcBef>
                <a:spcPts val="0"/>
              </a:spcBef>
              <a:buSzPts val="2800"/>
              <a:buNone/>
              <a:defRPr/>
            </a:lvl4pPr>
            <a:lvl5pPr lvl="4">
              <a:spcBef>
                <a:spcPts val="0"/>
              </a:spcBef>
              <a:buSzPts val="2800"/>
              <a:buNone/>
              <a:defRPr/>
            </a:lvl5pPr>
            <a:lvl6pPr lvl="5">
              <a:spcBef>
                <a:spcPts val="0"/>
              </a:spcBef>
              <a:buSzPts val="2800"/>
              <a:buNone/>
              <a:defRPr/>
            </a:lvl6pPr>
            <a:lvl7pPr lvl="6">
              <a:spcBef>
                <a:spcPts val="0"/>
              </a:spcBef>
              <a:buSzPts val="2800"/>
              <a:buNone/>
              <a:defRPr/>
            </a:lvl7pPr>
            <a:lvl8pPr lvl="7">
              <a:spcBef>
                <a:spcPts val="0"/>
              </a:spcBef>
              <a:buSzPts val="2800"/>
              <a:buNone/>
              <a:defRPr/>
            </a:lvl8pPr>
            <a:lvl9pPr lvl="8">
              <a:spcBef>
                <a:spcPts val="0"/>
              </a:spcBef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800"/>
              <a:buChar char="●"/>
              <a:defRPr/>
            </a:lvl1pPr>
            <a:lvl2pPr lvl="1">
              <a:spcBef>
                <a:spcPts val="0"/>
              </a:spcBef>
              <a:buSzPts val="1400"/>
              <a:buChar char="○"/>
              <a:defRPr/>
            </a:lvl2pPr>
            <a:lvl3pPr lvl="2">
              <a:spcBef>
                <a:spcPts val="0"/>
              </a:spcBef>
              <a:buSzPts val="1400"/>
              <a:buChar char="■"/>
              <a:defRPr/>
            </a:lvl3pPr>
            <a:lvl4pPr lvl="3">
              <a:spcBef>
                <a:spcPts val="0"/>
              </a:spcBef>
              <a:buSzPts val="1400"/>
              <a:buChar char="●"/>
              <a:defRPr/>
            </a:lvl4pPr>
            <a:lvl5pPr lvl="4">
              <a:spcBef>
                <a:spcPts val="0"/>
              </a:spcBef>
              <a:buSzPts val="1400"/>
              <a:buChar char="○"/>
              <a:defRPr/>
            </a:lvl5pPr>
            <a:lvl6pPr lvl="5">
              <a:spcBef>
                <a:spcPts val="0"/>
              </a:spcBef>
              <a:buSzPts val="1400"/>
              <a:buChar char="■"/>
              <a:defRPr/>
            </a:lvl6pPr>
            <a:lvl7pPr lvl="6">
              <a:spcBef>
                <a:spcPts val="0"/>
              </a:spcBef>
              <a:buSzPts val="1400"/>
              <a:buChar char="●"/>
              <a:defRPr/>
            </a:lvl7pPr>
            <a:lvl8pPr lvl="7">
              <a:spcBef>
                <a:spcPts val="0"/>
              </a:spcBef>
              <a:buSzPts val="1400"/>
              <a:buChar char="○"/>
              <a:defRPr/>
            </a:lvl8pPr>
            <a:lvl9pPr lvl="8">
              <a:spcBef>
                <a:spcPts val="0"/>
              </a:spcBef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2800"/>
              <a:buNone/>
              <a:defRPr/>
            </a:lvl1pPr>
            <a:lvl2pPr lvl="1">
              <a:spcBef>
                <a:spcPts val="0"/>
              </a:spcBef>
              <a:buSzPts val="2800"/>
              <a:buNone/>
              <a:defRPr/>
            </a:lvl2pPr>
            <a:lvl3pPr lvl="2">
              <a:spcBef>
                <a:spcPts val="0"/>
              </a:spcBef>
              <a:buSzPts val="2800"/>
              <a:buNone/>
              <a:defRPr/>
            </a:lvl3pPr>
            <a:lvl4pPr lvl="3">
              <a:spcBef>
                <a:spcPts val="0"/>
              </a:spcBef>
              <a:buSzPts val="2800"/>
              <a:buNone/>
              <a:defRPr/>
            </a:lvl4pPr>
            <a:lvl5pPr lvl="4">
              <a:spcBef>
                <a:spcPts val="0"/>
              </a:spcBef>
              <a:buSzPts val="2800"/>
              <a:buNone/>
              <a:defRPr/>
            </a:lvl5pPr>
            <a:lvl6pPr lvl="5">
              <a:spcBef>
                <a:spcPts val="0"/>
              </a:spcBef>
              <a:buSzPts val="2800"/>
              <a:buNone/>
              <a:defRPr/>
            </a:lvl6pPr>
            <a:lvl7pPr lvl="6">
              <a:spcBef>
                <a:spcPts val="0"/>
              </a:spcBef>
              <a:buSzPts val="2800"/>
              <a:buNone/>
              <a:defRPr/>
            </a:lvl7pPr>
            <a:lvl8pPr lvl="7">
              <a:spcBef>
                <a:spcPts val="0"/>
              </a:spcBef>
              <a:buSzPts val="2800"/>
              <a:buNone/>
              <a:defRPr/>
            </a:lvl8pPr>
            <a:lvl9pPr lvl="8">
              <a:spcBef>
                <a:spcPts val="0"/>
              </a:spcBef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400"/>
              <a:buChar char="●"/>
              <a:defRPr sz="1400"/>
            </a:lvl1pPr>
            <a:lvl2pPr lvl="1">
              <a:spcBef>
                <a:spcPts val="0"/>
              </a:spcBef>
              <a:buSzPts val="1200"/>
              <a:buChar char="○"/>
              <a:defRPr sz="1200"/>
            </a:lvl2pPr>
            <a:lvl3pPr lvl="2">
              <a:spcBef>
                <a:spcPts val="0"/>
              </a:spcBef>
              <a:buSzPts val="1200"/>
              <a:buChar char="■"/>
              <a:defRPr sz="1200"/>
            </a:lvl3pPr>
            <a:lvl4pPr lvl="3">
              <a:spcBef>
                <a:spcPts val="0"/>
              </a:spcBef>
              <a:buSzPts val="1200"/>
              <a:buChar char="●"/>
              <a:defRPr sz="1200"/>
            </a:lvl4pPr>
            <a:lvl5pPr lvl="4">
              <a:spcBef>
                <a:spcPts val="0"/>
              </a:spcBef>
              <a:buSzPts val="1200"/>
              <a:buChar char="○"/>
              <a:defRPr sz="1200"/>
            </a:lvl5pPr>
            <a:lvl6pPr lvl="5">
              <a:spcBef>
                <a:spcPts val="0"/>
              </a:spcBef>
              <a:buSzPts val="1200"/>
              <a:buChar char="■"/>
              <a:defRPr sz="1200"/>
            </a:lvl6pPr>
            <a:lvl7pPr lvl="6">
              <a:spcBef>
                <a:spcPts val="0"/>
              </a:spcBef>
              <a:buSzPts val="1200"/>
              <a:buChar char="●"/>
              <a:defRPr sz="1200"/>
            </a:lvl7pPr>
            <a:lvl8pPr lvl="7">
              <a:spcBef>
                <a:spcPts val="0"/>
              </a:spcBef>
              <a:buSzPts val="1200"/>
              <a:buChar char="○"/>
              <a:defRPr sz="1200"/>
            </a:lvl8pPr>
            <a:lvl9pPr lvl="8">
              <a:spcBef>
                <a:spcPts val="0"/>
              </a:spcBef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400"/>
              <a:buChar char="●"/>
              <a:defRPr sz="1400"/>
            </a:lvl1pPr>
            <a:lvl2pPr lvl="1">
              <a:spcBef>
                <a:spcPts val="0"/>
              </a:spcBef>
              <a:buSzPts val="1200"/>
              <a:buChar char="○"/>
              <a:defRPr sz="1200"/>
            </a:lvl2pPr>
            <a:lvl3pPr lvl="2">
              <a:spcBef>
                <a:spcPts val="0"/>
              </a:spcBef>
              <a:buSzPts val="1200"/>
              <a:buChar char="■"/>
              <a:defRPr sz="1200"/>
            </a:lvl3pPr>
            <a:lvl4pPr lvl="3">
              <a:spcBef>
                <a:spcPts val="0"/>
              </a:spcBef>
              <a:buSzPts val="1200"/>
              <a:buChar char="●"/>
              <a:defRPr sz="1200"/>
            </a:lvl4pPr>
            <a:lvl5pPr lvl="4">
              <a:spcBef>
                <a:spcPts val="0"/>
              </a:spcBef>
              <a:buSzPts val="1200"/>
              <a:buChar char="○"/>
              <a:defRPr sz="1200"/>
            </a:lvl5pPr>
            <a:lvl6pPr lvl="5">
              <a:spcBef>
                <a:spcPts val="0"/>
              </a:spcBef>
              <a:buSzPts val="1200"/>
              <a:buChar char="■"/>
              <a:defRPr sz="1200"/>
            </a:lvl6pPr>
            <a:lvl7pPr lvl="6">
              <a:spcBef>
                <a:spcPts val="0"/>
              </a:spcBef>
              <a:buSzPts val="1200"/>
              <a:buChar char="●"/>
              <a:defRPr sz="1200"/>
            </a:lvl7pPr>
            <a:lvl8pPr lvl="7">
              <a:spcBef>
                <a:spcPts val="0"/>
              </a:spcBef>
              <a:buSzPts val="1200"/>
              <a:buChar char="○"/>
              <a:defRPr sz="1200"/>
            </a:lvl8pPr>
            <a:lvl9pPr lvl="8">
              <a:spcBef>
                <a:spcPts val="0"/>
              </a:spcBef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2800"/>
              <a:buNone/>
              <a:defRPr/>
            </a:lvl1pPr>
            <a:lvl2pPr lvl="1">
              <a:spcBef>
                <a:spcPts val="0"/>
              </a:spcBef>
              <a:buSzPts val="2800"/>
              <a:buNone/>
              <a:defRPr/>
            </a:lvl2pPr>
            <a:lvl3pPr lvl="2">
              <a:spcBef>
                <a:spcPts val="0"/>
              </a:spcBef>
              <a:buSzPts val="2800"/>
              <a:buNone/>
              <a:defRPr/>
            </a:lvl3pPr>
            <a:lvl4pPr lvl="3">
              <a:spcBef>
                <a:spcPts val="0"/>
              </a:spcBef>
              <a:buSzPts val="2800"/>
              <a:buNone/>
              <a:defRPr/>
            </a:lvl4pPr>
            <a:lvl5pPr lvl="4">
              <a:spcBef>
                <a:spcPts val="0"/>
              </a:spcBef>
              <a:buSzPts val="2800"/>
              <a:buNone/>
              <a:defRPr/>
            </a:lvl5pPr>
            <a:lvl6pPr lvl="5">
              <a:spcBef>
                <a:spcPts val="0"/>
              </a:spcBef>
              <a:buSzPts val="2800"/>
              <a:buNone/>
              <a:defRPr/>
            </a:lvl6pPr>
            <a:lvl7pPr lvl="6">
              <a:spcBef>
                <a:spcPts val="0"/>
              </a:spcBef>
              <a:buSzPts val="2800"/>
              <a:buNone/>
              <a:defRPr/>
            </a:lvl7pPr>
            <a:lvl8pPr lvl="7">
              <a:spcBef>
                <a:spcPts val="0"/>
              </a:spcBef>
              <a:buSzPts val="2800"/>
              <a:buNone/>
              <a:defRPr/>
            </a:lvl8pPr>
            <a:lvl9pPr lvl="8">
              <a:spcBef>
                <a:spcPts val="0"/>
              </a:spcBef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buSzPts val="2400"/>
              <a:buNone/>
              <a:defRPr sz="2400"/>
            </a:lvl1pPr>
            <a:lvl2pPr lvl="1">
              <a:spcBef>
                <a:spcPts val="0"/>
              </a:spcBef>
              <a:buSzPts val="2400"/>
              <a:buNone/>
              <a:defRPr sz="2400"/>
            </a:lvl2pPr>
            <a:lvl3pPr lvl="2">
              <a:spcBef>
                <a:spcPts val="0"/>
              </a:spcBef>
              <a:buSzPts val="2400"/>
              <a:buNone/>
              <a:defRPr sz="2400"/>
            </a:lvl3pPr>
            <a:lvl4pPr lvl="3">
              <a:spcBef>
                <a:spcPts val="0"/>
              </a:spcBef>
              <a:buSzPts val="2400"/>
              <a:buNone/>
              <a:defRPr sz="2400"/>
            </a:lvl4pPr>
            <a:lvl5pPr lvl="4">
              <a:spcBef>
                <a:spcPts val="0"/>
              </a:spcBef>
              <a:buSzPts val="2400"/>
              <a:buNone/>
              <a:defRPr sz="2400"/>
            </a:lvl5pPr>
            <a:lvl6pPr lvl="5">
              <a:spcBef>
                <a:spcPts val="0"/>
              </a:spcBef>
              <a:buSzPts val="2400"/>
              <a:buNone/>
              <a:defRPr sz="2400"/>
            </a:lvl6pPr>
            <a:lvl7pPr lvl="6">
              <a:spcBef>
                <a:spcPts val="0"/>
              </a:spcBef>
              <a:buSzPts val="2400"/>
              <a:buNone/>
              <a:defRPr sz="2400"/>
            </a:lvl7pPr>
            <a:lvl8pPr lvl="7">
              <a:spcBef>
                <a:spcPts val="0"/>
              </a:spcBef>
              <a:buSzPts val="2400"/>
              <a:buNone/>
              <a:defRPr sz="2400"/>
            </a:lvl8pPr>
            <a:lvl9pPr lvl="8">
              <a:spcBef>
                <a:spcPts val="0"/>
              </a:spcBef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200"/>
              <a:buChar char="●"/>
              <a:defRPr sz="1200"/>
            </a:lvl1pPr>
            <a:lvl2pPr lvl="1">
              <a:spcBef>
                <a:spcPts val="0"/>
              </a:spcBef>
              <a:buSzPts val="1200"/>
              <a:buChar char="○"/>
              <a:defRPr sz="1200"/>
            </a:lvl2pPr>
            <a:lvl3pPr lvl="2">
              <a:spcBef>
                <a:spcPts val="0"/>
              </a:spcBef>
              <a:buSzPts val="1200"/>
              <a:buChar char="■"/>
              <a:defRPr sz="1200"/>
            </a:lvl3pPr>
            <a:lvl4pPr lvl="3">
              <a:spcBef>
                <a:spcPts val="0"/>
              </a:spcBef>
              <a:buSzPts val="1200"/>
              <a:buChar char="●"/>
              <a:defRPr sz="1200"/>
            </a:lvl4pPr>
            <a:lvl5pPr lvl="4">
              <a:spcBef>
                <a:spcPts val="0"/>
              </a:spcBef>
              <a:buSzPts val="1200"/>
              <a:buChar char="○"/>
              <a:defRPr sz="1200"/>
            </a:lvl5pPr>
            <a:lvl6pPr lvl="5">
              <a:spcBef>
                <a:spcPts val="0"/>
              </a:spcBef>
              <a:buSzPts val="1200"/>
              <a:buChar char="■"/>
              <a:defRPr sz="1200"/>
            </a:lvl6pPr>
            <a:lvl7pPr lvl="6">
              <a:spcBef>
                <a:spcPts val="0"/>
              </a:spcBef>
              <a:buSzPts val="1200"/>
              <a:buChar char="●"/>
              <a:defRPr sz="1200"/>
            </a:lvl7pPr>
            <a:lvl8pPr lvl="7">
              <a:spcBef>
                <a:spcPts val="0"/>
              </a:spcBef>
              <a:buSzPts val="1200"/>
              <a:buChar char="○"/>
              <a:defRPr sz="1200"/>
            </a:lvl8pPr>
            <a:lvl9pPr lvl="8">
              <a:spcBef>
                <a:spcPts val="0"/>
              </a:spcBef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buSzPts val="4800"/>
              <a:buNone/>
              <a:defRPr sz="4800"/>
            </a:lvl1pPr>
            <a:lvl2pPr lvl="1">
              <a:spcBef>
                <a:spcPts val="0"/>
              </a:spcBef>
              <a:buSzPts val="4800"/>
              <a:buNone/>
              <a:defRPr sz="4800"/>
            </a:lvl2pPr>
            <a:lvl3pPr lvl="2">
              <a:spcBef>
                <a:spcPts val="0"/>
              </a:spcBef>
              <a:buSzPts val="4800"/>
              <a:buNone/>
              <a:defRPr sz="4800"/>
            </a:lvl3pPr>
            <a:lvl4pPr lvl="3">
              <a:spcBef>
                <a:spcPts val="0"/>
              </a:spcBef>
              <a:buSzPts val="4800"/>
              <a:buNone/>
              <a:defRPr sz="4800"/>
            </a:lvl4pPr>
            <a:lvl5pPr lvl="4">
              <a:spcBef>
                <a:spcPts val="0"/>
              </a:spcBef>
              <a:buSzPts val="4800"/>
              <a:buNone/>
              <a:defRPr sz="4800"/>
            </a:lvl5pPr>
            <a:lvl6pPr lvl="5">
              <a:spcBef>
                <a:spcPts val="0"/>
              </a:spcBef>
              <a:buSzPts val="4800"/>
              <a:buNone/>
              <a:defRPr sz="4800"/>
            </a:lvl6pPr>
            <a:lvl7pPr lvl="6">
              <a:spcBef>
                <a:spcPts val="0"/>
              </a:spcBef>
              <a:buSzPts val="4800"/>
              <a:buNone/>
              <a:defRPr sz="4800"/>
            </a:lvl7pPr>
            <a:lvl8pPr lvl="7">
              <a:spcBef>
                <a:spcPts val="0"/>
              </a:spcBef>
              <a:buSzPts val="4800"/>
              <a:buNone/>
              <a:defRPr sz="4800"/>
            </a:lvl8pPr>
            <a:lvl9pPr lvl="8">
              <a:spcBef>
                <a:spcPts val="0"/>
              </a:spcBef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SzPts val="4200"/>
              <a:buNone/>
              <a:defRPr sz="4200"/>
            </a:lvl1pPr>
            <a:lvl2pPr lvl="1" algn="ctr">
              <a:spcBef>
                <a:spcPts val="0"/>
              </a:spcBef>
              <a:buSzPts val="4200"/>
              <a:buNone/>
              <a:defRPr sz="4200"/>
            </a:lvl2pPr>
            <a:lvl3pPr lvl="2" algn="ctr">
              <a:spcBef>
                <a:spcPts val="0"/>
              </a:spcBef>
              <a:buSzPts val="4200"/>
              <a:buNone/>
              <a:defRPr sz="4200"/>
            </a:lvl3pPr>
            <a:lvl4pPr lvl="3" algn="ctr">
              <a:spcBef>
                <a:spcPts val="0"/>
              </a:spcBef>
              <a:buSzPts val="4200"/>
              <a:buNone/>
              <a:defRPr sz="4200"/>
            </a:lvl4pPr>
            <a:lvl5pPr lvl="4" algn="ctr">
              <a:spcBef>
                <a:spcPts val="0"/>
              </a:spcBef>
              <a:buSzPts val="4200"/>
              <a:buNone/>
              <a:defRPr sz="4200"/>
            </a:lvl5pPr>
            <a:lvl6pPr lvl="5" algn="ctr">
              <a:spcBef>
                <a:spcPts val="0"/>
              </a:spcBef>
              <a:buSzPts val="4200"/>
              <a:buNone/>
              <a:defRPr sz="4200"/>
            </a:lvl6pPr>
            <a:lvl7pPr lvl="6" algn="ctr">
              <a:spcBef>
                <a:spcPts val="0"/>
              </a:spcBef>
              <a:buSzPts val="4200"/>
              <a:buNone/>
              <a:defRPr sz="4200"/>
            </a:lvl7pPr>
            <a:lvl8pPr lvl="7" algn="ctr">
              <a:spcBef>
                <a:spcPts val="0"/>
              </a:spcBef>
              <a:buSzPts val="4200"/>
              <a:buNone/>
              <a:defRPr sz="4200"/>
            </a:lvl8pPr>
            <a:lvl9pPr lvl="8" algn="ctr">
              <a:spcBef>
                <a:spcPts val="0"/>
              </a:spcBef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buSzPts val="1800"/>
              <a:buChar char="●"/>
              <a:defRPr/>
            </a:lvl1pPr>
            <a:lvl2pPr lvl="1">
              <a:spcBef>
                <a:spcPts val="0"/>
              </a:spcBef>
              <a:buSzPts val="1400"/>
              <a:buChar char="○"/>
              <a:defRPr/>
            </a:lvl2pPr>
            <a:lvl3pPr lvl="2">
              <a:spcBef>
                <a:spcPts val="0"/>
              </a:spcBef>
              <a:buSzPts val="1400"/>
              <a:buChar char="■"/>
              <a:defRPr/>
            </a:lvl3pPr>
            <a:lvl4pPr lvl="3">
              <a:spcBef>
                <a:spcPts val="0"/>
              </a:spcBef>
              <a:buSzPts val="1400"/>
              <a:buChar char="●"/>
              <a:defRPr/>
            </a:lvl4pPr>
            <a:lvl5pPr lvl="4">
              <a:spcBef>
                <a:spcPts val="0"/>
              </a:spcBef>
              <a:buSzPts val="1400"/>
              <a:buChar char="○"/>
              <a:defRPr/>
            </a:lvl5pPr>
            <a:lvl6pPr lvl="5">
              <a:spcBef>
                <a:spcPts val="0"/>
              </a:spcBef>
              <a:buSzPts val="1400"/>
              <a:buChar char="■"/>
              <a:defRPr/>
            </a:lvl6pPr>
            <a:lvl7pPr lvl="6">
              <a:spcBef>
                <a:spcPts val="0"/>
              </a:spcBef>
              <a:buSzPts val="1400"/>
              <a:buChar char="●"/>
              <a:defRPr/>
            </a:lvl7pPr>
            <a:lvl8pPr lvl="7">
              <a:spcBef>
                <a:spcPts val="0"/>
              </a:spcBef>
              <a:buSzPts val="1400"/>
              <a:buChar char="○"/>
              <a:defRPr/>
            </a:lvl8pPr>
            <a:lvl9pPr lvl="8">
              <a:spcBef>
                <a:spcPts val="0"/>
              </a:spcBef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SzPts val="12000"/>
              <a:buNone/>
              <a:defRPr sz="12000"/>
            </a:lvl1pPr>
            <a:lvl2pPr lvl="1" algn="ctr">
              <a:spcBef>
                <a:spcPts val="0"/>
              </a:spcBef>
              <a:buSzPts val="12000"/>
              <a:buNone/>
              <a:defRPr sz="12000"/>
            </a:lvl2pPr>
            <a:lvl3pPr lvl="2" algn="ctr">
              <a:spcBef>
                <a:spcPts val="0"/>
              </a:spcBef>
              <a:buSzPts val="12000"/>
              <a:buNone/>
              <a:defRPr sz="12000"/>
            </a:lvl3pPr>
            <a:lvl4pPr lvl="3" algn="ctr">
              <a:spcBef>
                <a:spcPts val="0"/>
              </a:spcBef>
              <a:buSzPts val="12000"/>
              <a:buNone/>
              <a:defRPr sz="12000"/>
            </a:lvl4pPr>
            <a:lvl5pPr lvl="4" algn="ctr">
              <a:spcBef>
                <a:spcPts val="0"/>
              </a:spcBef>
              <a:buSzPts val="12000"/>
              <a:buNone/>
              <a:defRPr sz="12000"/>
            </a:lvl5pPr>
            <a:lvl6pPr lvl="5" algn="ctr">
              <a:spcBef>
                <a:spcPts val="0"/>
              </a:spcBef>
              <a:buSzPts val="12000"/>
              <a:buNone/>
              <a:defRPr sz="12000"/>
            </a:lvl6pPr>
            <a:lvl7pPr lvl="6" algn="ctr">
              <a:spcBef>
                <a:spcPts val="0"/>
              </a:spcBef>
              <a:buSzPts val="12000"/>
              <a:buNone/>
              <a:defRPr sz="12000"/>
            </a:lvl7pPr>
            <a:lvl8pPr lvl="7" algn="ctr">
              <a:spcBef>
                <a:spcPts val="0"/>
              </a:spcBef>
              <a:buSzPts val="12000"/>
              <a:buNone/>
              <a:defRPr sz="12000"/>
            </a:lvl8pPr>
            <a:lvl9pPr lvl="8" algn="ctr">
              <a:spcBef>
                <a:spcPts val="0"/>
              </a:spcBef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spcBef>
                <a:spcPts val="0"/>
              </a:spcBef>
              <a:buSzPts val="1800"/>
              <a:buChar char="●"/>
              <a:defRPr/>
            </a:lvl1pPr>
            <a:lvl2pPr lvl="1" algn="ctr">
              <a:spcBef>
                <a:spcPts val="0"/>
              </a:spcBef>
              <a:buSzPts val="1400"/>
              <a:buChar char="○"/>
              <a:defRPr/>
            </a:lvl2pPr>
            <a:lvl3pPr lvl="2" algn="ctr">
              <a:spcBef>
                <a:spcPts val="0"/>
              </a:spcBef>
              <a:buSzPts val="1400"/>
              <a:buChar char="■"/>
              <a:defRPr/>
            </a:lvl3pPr>
            <a:lvl4pPr lvl="3" algn="ctr">
              <a:spcBef>
                <a:spcPts val="0"/>
              </a:spcBef>
              <a:buSzPts val="1400"/>
              <a:buChar char="●"/>
              <a:defRPr/>
            </a:lvl4pPr>
            <a:lvl5pPr lvl="4" algn="ctr">
              <a:spcBef>
                <a:spcPts val="0"/>
              </a:spcBef>
              <a:buSzPts val="1400"/>
              <a:buChar char="○"/>
              <a:defRPr/>
            </a:lvl5pPr>
            <a:lvl6pPr lvl="5" algn="ctr">
              <a:spcBef>
                <a:spcPts val="0"/>
              </a:spcBef>
              <a:buSzPts val="1400"/>
              <a:buChar char="■"/>
              <a:defRPr/>
            </a:lvl6pPr>
            <a:lvl7pPr lvl="6" algn="ctr">
              <a:spcBef>
                <a:spcPts val="0"/>
              </a:spcBef>
              <a:buSzPts val="1400"/>
              <a:buChar char="●"/>
              <a:defRPr/>
            </a:lvl7pPr>
            <a:lvl8pPr lvl="7" algn="ctr">
              <a:spcBef>
                <a:spcPts val="0"/>
              </a:spcBef>
              <a:buSzPts val="1400"/>
              <a:buChar char="○"/>
              <a:defRPr/>
            </a:lvl8pPr>
            <a:lvl9pPr lvl="8" algn="ctr">
              <a:spcBef>
                <a:spcPts val="0"/>
              </a:spcBef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568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buNone/>
            </a:pPr>
            <a:fld id="{00000000-1234-1234-1234-123412341234}" type="slidenum">
              <a:rPr lang="en-GB" sz="1000">
                <a:solidFill>
                  <a:schemeClr val="dk2"/>
                </a:solidFill>
              </a:rPr>
              <a:t>‹#›</a:t>
            </a:fld>
            <a:endParaRPr lang="en-GB" sz="1000"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IDS/</a:t>
            </a:r>
            <a:r>
              <a:rPr lang="en-GB" dirty="0" err="1" smtClean="0"/>
              <a:t>IPS</a:t>
            </a:r>
            <a:r>
              <a:rPr lang="en-GB" dirty="0" smtClean="0"/>
              <a:t>, </a:t>
            </a:r>
            <a:r>
              <a:rPr lang="en-GB" dirty="0" err="1" smtClean="0"/>
              <a:t>SIEM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GB"/>
              <a:t>Outline</a:t>
            </a:r>
          </a:p>
        </p:txBody>
      </p:sp>
      <p:sp>
        <p:nvSpPr>
          <p:cNvPr id="60" name="Shape 6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4055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+mj-lt"/>
              <a:buAutoNum type="arabicPeriod"/>
            </a:pPr>
            <a:r>
              <a:rPr lang="en-GB" dirty="0" smtClean="0">
                <a:solidFill>
                  <a:srgbClr val="000000"/>
                </a:solidFill>
              </a:rPr>
              <a:t>IDS/</a:t>
            </a:r>
            <a:r>
              <a:rPr lang="en-GB" dirty="0" err="1" smtClean="0">
                <a:solidFill>
                  <a:srgbClr val="000000"/>
                </a:solidFill>
              </a:rPr>
              <a:t>IPS</a:t>
            </a:r>
            <a:endParaRPr lang="en-GB" dirty="0" smtClean="0">
              <a:solidFill>
                <a:srgbClr val="000000"/>
              </a:solidFill>
            </a:endParaRPr>
          </a:p>
          <a:p>
            <a:pPr marL="457200" lvl="0" indent="-34290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+mj-lt"/>
              <a:buAutoNum type="arabicPeriod"/>
            </a:pPr>
            <a:r>
              <a:rPr lang="en-GB" dirty="0" err="1" smtClean="0">
                <a:solidFill>
                  <a:srgbClr val="000000"/>
                </a:solidFill>
              </a:rPr>
              <a:t>SIEM</a:t>
            </a:r>
            <a:endParaRPr lang="en-GB" dirty="0" smtClean="0">
              <a:solidFill>
                <a:srgbClr val="000000"/>
              </a:solidFill>
            </a:endParaRPr>
          </a:p>
          <a:p>
            <a:pPr marL="457200" lvl="0" indent="-34290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+mj-lt"/>
              <a:buAutoNum type="arabicPeriod"/>
            </a:pPr>
            <a:r>
              <a:rPr lang="en-GB" dirty="0" smtClean="0">
                <a:solidFill>
                  <a:srgbClr val="000000"/>
                </a:solidFill>
              </a:rPr>
              <a:t>Labs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2060"/>
                </a:solidFill>
              </a:rPr>
              <a:t>IDS</a:t>
            </a:r>
            <a:r>
              <a:rPr lang="en-US" dirty="0" smtClean="0"/>
              <a:t> – Intrusion Detection System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 smtClean="0"/>
              <a:t> The main function of an IDS is to </a:t>
            </a:r>
            <a:r>
              <a:rPr lang="en-US" sz="2400" dirty="0" smtClean="0">
                <a:solidFill>
                  <a:srgbClr val="FF0000"/>
                </a:solidFill>
              </a:rPr>
              <a:t>warn about suspicious activity</a:t>
            </a:r>
            <a:r>
              <a:rPr lang="en-US" sz="2400" dirty="0" smtClean="0"/>
              <a:t> taking place, </a:t>
            </a:r>
            <a:r>
              <a:rPr lang="en-US" sz="2400" dirty="0" smtClean="0">
                <a:solidFill>
                  <a:srgbClr val="FF0000"/>
                </a:solidFill>
              </a:rPr>
              <a:t>but not to prevent them</a:t>
            </a:r>
          </a:p>
          <a:p>
            <a:r>
              <a:rPr lang="en-US" sz="2400" dirty="0" smtClean="0"/>
              <a:t> An IDS specifically looks for suspicious activity and events that might be the result of a virus, worm or hacker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81323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>IDS – Intrusion Detection Syste</a:t>
            </a:r>
            <a:r>
              <a:rPr lang="en-US" b="1" dirty="0">
                <a:solidFill>
                  <a:srgbClr val="002060"/>
                </a:solidFill>
              </a:rPr>
              <a:t>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2400" dirty="0" smtClean="0"/>
              <a:t>All IDS have three things in commons:</a:t>
            </a:r>
          </a:p>
          <a:p>
            <a:pPr marL="285750" lvl="3" indent="-285750">
              <a:buFont typeface="Wingdings" panose="05000000000000000000" pitchFamily="2" charset="2"/>
              <a:buChar char="Ø"/>
            </a:pPr>
            <a:r>
              <a:rPr lang="en-US" sz="2000" b="1" dirty="0" smtClean="0"/>
              <a:t>Sensors</a:t>
            </a:r>
            <a:r>
              <a:rPr lang="en-US" sz="2000" dirty="0" smtClean="0"/>
              <a:t>: collect traffic and user activity data and sends to analyzer</a:t>
            </a:r>
          </a:p>
          <a:p>
            <a:pPr marL="285750" lvl="3" indent="-285750">
              <a:buFont typeface="Wingdings" panose="05000000000000000000" pitchFamily="2" charset="2"/>
              <a:buChar char="Ø"/>
            </a:pPr>
            <a:r>
              <a:rPr lang="en-US" sz="2000" b="1" dirty="0" smtClean="0"/>
              <a:t>Analyzer</a:t>
            </a:r>
            <a:r>
              <a:rPr lang="en-US" sz="2000" dirty="0" smtClean="0"/>
              <a:t>: looks for suspicious activity</a:t>
            </a:r>
          </a:p>
          <a:p>
            <a:pPr marL="285750" lvl="3" indent="-285750">
              <a:buFont typeface="Wingdings" panose="05000000000000000000" pitchFamily="2" charset="2"/>
              <a:buChar char="Ø"/>
            </a:pPr>
            <a:r>
              <a:rPr lang="en-US" sz="2000" b="1" dirty="0" smtClean="0"/>
              <a:t>Administrator interface</a:t>
            </a:r>
            <a:r>
              <a:rPr lang="en-US" sz="2000" dirty="0" smtClean="0"/>
              <a:t>: If analyzer detects suspicious activity, sends an alert to the Admin interface.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40663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2060"/>
                </a:solidFill>
              </a:rPr>
              <a:t>IDS – Intrusion Detection System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2400" dirty="0" smtClean="0">
                <a:solidFill>
                  <a:srgbClr val="7030A0"/>
                </a:solidFill>
              </a:rPr>
              <a:t>Types of IDS</a:t>
            </a:r>
          </a:p>
          <a:p>
            <a:pPr lvl="1"/>
            <a:r>
              <a:rPr lang="en-US" sz="2400" dirty="0" smtClean="0">
                <a:solidFill>
                  <a:srgbClr val="0070C0"/>
                </a:solidFill>
              </a:rPr>
              <a:t> NIDS</a:t>
            </a:r>
          </a:p>
          <a:p>
            <a:pPr lvl="6">
              <a:spcAft>
                <a:spcPts val="600"/>
              </a:spcAft>
              <a:buNone/>
            </a:pPr>
            <a:r>
              <a:rPr lang="en-US" sz="1800" dirty="0" smtClean="0"/>
              <a:t>     - Use sensors to monitor all network traffic</a:t>
            </a:r>
          </a:p>
          <a:p>
            <a:pPr lvl="6">
              <a:spcAft>
                <a:spcPts val="600"/>
              </a:spcAft>
              <a:buNone/>
            </a:pPr>
            <a:r>
              <a:rPr lang="en-US" sz="1800" dirty="0" smtClean="0"/>
              <a:t>     - Cannot see the activities within the computer itself</a:t>
            </a:r>
          </a:p>
          <a:p>
            <a:pPr lvl="1"/>
            <a:r>
              <a:rPr lang="en-US" sz="2400" dirty="0" smtClean="0">
                <a:solidFill>
                  <a:srgbClr val="0070C0"/>
                </a:solidFill>
              </a:rPr>
              <a:t> HIDS</a:t>
            </a:r>
          </a:p>
          <a:p>
            <a:pPr lvl="1">
              <a:buNone/>
            </a:pPr>
            <a:r>
              <a:rPr lang="en-US" sz="1800" dirty="0" smtClean="0"/>
              <a:t>     - Install on workstations/Servers</a:t>
            </a:r>
          </a:p>
          <a:p>
            <a:pPr lvl="1">
              <a:buNone/>
            </a:pPr>
            <a:r>
              <a:rPr lang="en-US" sz="1800" dirty="0" smtClean="0"/>
              <a:t>     - Watches for abnormal activity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9587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IDS – Intrusion Detection Syste</a:t>
            </a:r>
            <a:r>
              <a:rPr lang="en-US" dirty="0"/>
              <a:t>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 Signature based</a:t>
            </a:r>
          </a:p>
          <a:p>
            <a:pPr marL="682625" lvl="1"/>
            <a:r>
              <a:rPr lang="en-US" dirty="0" smtClean="0"/>
              <a:t> Pattern matching</a:t>
            </a:r>
          </a:p>
          <a:p>
            <a:pPr marL="682625" lvl="1"/>
            <a:r>
              <a:rPr lang="en-US" dirty="0" smtClean="0"/>
              <a:t> </a:t>
            </a:r>
            <a:r>
              <a:rPr lang="en-US" dirty="0" err="1" smtClean="0"/>
              <a:t>Stateful</a:t>
            </a:r>
            <a:r>
              <a:rPr lang="en-US" dirty="0" smtClean="0"/>
              <a:t> matching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Anomaly based</a:t>
            </a:r>
          </a:p>
          <a:p>
            <a:pPr marL="682625" lvl="1"/>
            <a:r>
              <a:rPr lang="en-US" dirty="0" smtClean="0"/>
              <a:t> Statistical anomaly based</a:t>
            </a:r>
          </a:p>
          <a:p>
            <a:pPr marL="682625" lvl="1"/>
            <a:r>
              <a:rPr lang="en-US" dirty="0" smtClean="0"/>
              <a:t> Protocol anomaly based</a:t>
            </a:r>
          </a:p>
          <a:p>
            <a:pPr marL="682625" lvl="1"/>
            <a:r>
              <a:rPr lang="en-US" dirty="0" smtClean="0"/>
              <a:t> Traffic anomaly based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Rule based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78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7030A0"/>
                </a:solidFill>
              </a:rPr>
              <a:t>IPS – Intrusion Prevention System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 smtClean="0"/>
              <a:t> </a:t>
            </a:r>
            <a:r>
              <a:rPr lang="en-US" sz="2400" dirty="0" err="1" smtClean="0"/>
              <a:t>IPS</a:t>
            </a:r>
            <a:r>
              <a:rPr lang="en-US" sz="2400" dirty="0" smtClean="0"/>
              <a:t> is any device (hardware or software) that has </a:t>
            </a:r>
            <a:r>
              <a:rPr lang="en-US" sz="2400" dirty="0" smtClean="0">
                <a:solidFill>
                  <a:srgbClr val="FF0000"/>
                </a:solidFill>
              </a:rPr>
              <a:t>the ability to detect attacks</a:t>
            </a:r>
            <a:r>
              <a:rPr lang="en-US" sz="2400" dirty="0" smtClean="0"/>
              <a:t>, both known and unknown, </a:t>
            </a:r>
            <a:r>
              <a:rPr lang="en-US" sz="2400" dirty="0" smtClean="0">
                <a:solidFill>
                  <a:srgbClr val="FF0000"/>
                </a:solidFill>
              </a:rPr>
              <a:t>and prevent the attack</a:t>
            </a:r>
            <a:r>
              <a:rPr lang="en-US" sz="2400" dirty="0" smtClean="0"/>
              <a:t> from being successful</a:t>
            </a:r>
          </a:p>
          <a:p>
            <a:r>
              <a:rPr lang="en-US" sz="2400" dirty="0" smtClean="0"/>
              <a:t> Classification of IPS</a:t>
            </a:r>
          </a:p>
          <a:p>
            <a:pPr lvl="5">
              <a:buNone/>
            </a:pPr>
            <a:r>
              <a:rPr lang="en-US" sz="2000" dirty="0"/>
              <a:t> </a:t>
            </a:r>
            <a:r>
              <a:rPr lang="en-US" sz="2000" dirty="0" smtClean="0"/>
              <a:t>  - </a:t>
            </a:r>
            <a:r>
              <a:rPr lang="en-US" sz="2000" b="1" dirty="0" smtClean="0"/>
              <a:t>HIPS</a:t>
            </a:r>
          </a:p>
          <a:p>
            <a:pPr lvl="5">
              <a:buNone/>
            </a:pPr>
            <a:r>
              <a:rPr lang="en-US" sz="2000" dirty="0" smtClean="0"/>
              <a:t>   - </a:t>
            </a:r>
            <a:r>
              <a:rPr lang="en-US" sz="2000" b="1" dirty="0" smtClean="0"/>
              <a:t>NIPS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525093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: Snort IDS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There are four basic components of Snort’s architecture:</a:t>
            </a:r>
          </a:p>
          <a:p>
            <a:pPr lvl="1"/>
            <a:r>
              <a:rPr lang="en-US" dirty="0" smtClean="0"/>
              <a:t> The Sniffer</a:t>
            </a:r>
          </a:p>
          <a:p>
            <a:pPr lvl="1"/>
            <a:r>
              <a:rPr lang="en-US" dirty="0" smtClean="0"/>
              <a:t>The Preprocessor</a:t>
            </a:r>
          </a:p>
          <a:p>
            <a:pPr lvl="1"/>
            <a:r>
              <a:rPr lang="en-US" dirty="0" smtClean="0"/>
              <a:t>The Detection Engine</a:t>
            </a:r>
          </a:p>
          <a:p>
            <a:pPr lvl="1"/>
            <a:r>
              <a:rPr lang="en-US" dirty="0" smtClean="0"/>
              <a:t>The 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811" y="2133600"/>
            <a:ext cx="6531532" cy="243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497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865" y="309410"/>
            <a:ext cx="8260111" cy="4491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324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205533"/>
            <a:ext cx="8520600" cy="572700"/>
          </a:xfrm>
        </p:spPr>
        <p:txBody>
          <a:bodyPr/>
          <a:lstStyle/>
          <a:p>
            <a:r>
              <a:rPr lang="en-US" dirty="0" smtClean="0"/>
              <a:t>Snort rules: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929" y="793245"/>
            <a:ext cx="8520600" cy="491269"/>
          </a:xfrm>
        </p:spPr>
        <p:txBody>
          <a:bodyPr/>
          <a:lstStyle/>
          <a:p>
            <a:r>
              <a:rPr lang="en-US" dirty="0" smtClean="0"/>
              <a:t> &lt;action&gt; &lt;protocol&gt; &lt;address&gt; &lt;port&gt; &lt;direction&gt; &lt;address&gt; &lt;port&gt; (options)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17109" y="4835723"/>
            <a:ext cx="83711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paginas.fe.up.pt</a:t>
            </a:r>
            <a:r>
              <a:rPr lang="en-US" dirty="0"/>
              <a:t>/~</a:t>
            </a:r>
            <a:r>
              <a:rPr lang="en-US" dirty="0" err="1"/>
              <a:t>mgi98020</a:t>
            </a:r>
            <a:r>
              <a:rPr lang="en-US" dirty="0"/>
              <a:t>/</a:t>
            </a:r>
            <a:r>
              <a:rPr lang="en-US" dirty="0" err="1"/>
              <a:t>pgr</a:t>
            </a:r>
            <a:r>
              <a:rPr lang="en-US" dirty="0"/>
              <a:t>/</a:t>
            </a:r>
            <a:r>
              <a:rPr lang="en-US" dirty="0" err="1"/>
              <a:t>writing_snort_rules.htm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109" y="1328965"/>
            <a:ext cx="7459410" cy="1958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9990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Installing and configuring Snort on Windows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install snort</a:t>
            </a:r>
          </a:p>
          <a:p>
            <a:pPr lvl="1">
              <a:buNone/>
            </a:pPr>
            <a:r>
              <a:rPr lang="en-US" dirty="0"/>
              <a:t> </a:t>
            </a:r>
            <a:r>
              <a:rPr lang="en-US" dirty="0" smtClean="0"/>
              <a:t>    cd \snort\bin</a:t>
            </a:r>
          </a:p>
          <a:p>
            <a:pPr lvl="1">
              <a:buNone/>
            </a:pPr>
            <a:r>
              <a:rPr lang="en-US" dirty="0"/>
              <a:t> </a:t>
            </a:r>
            <a:r>
              <a:rPr lang="en-US" dirty="0" smtClean="0"/>
              <a:t>    snort -V</a:t>
            </a:r>
          </a:p>
          <a:p>
            <a:r>
              <a:rPr lang="en-US" dirty="0" smtClean="0"/>
              <a:t> Extract all snort rules and copy to …C:\Snort\</a:t>
            </a:r>
            <a:r>
              <a:rPr lang="en-US" dirty="0" err="1" smtClean="0"/>
              <a:t>rules,C</a:t>
            </a:r>
            <a:r>
              <a:rPr lang="en-US" dirty="0" smtClean="0"/>
              <a:t>:\Snort\</a:t>
            </a:r>
            <a:r>
              <a:rPr lang="en-US" dirty="0" err="1" smtClean="0"/>
              <a:t>preproc_rules</a:t>
            </a:r>
            <a:r>
              <a:rPr lang="en-US" dirty="0" smtClean="0"/>
              <a:t>,…</a:t>
            </a:r>
          </a:p>
          <a:p>
            <a:r>
              <a:rPr lang="en-US" dirty="0"/>
              <a:t> </a:t>
            </a:r>
            <a:r>
              <a:rPr lang="en-US" dirty="0" smtClean="0"/>
              <a:t>Edit </a:t>
            </a:r>
            <a:r>
              <a:rPr lang="en-US" dirty="0" err="1" smtClean="0"/>
              <a:t>Snort.conf</a:t>
            </a:r>
            <a:endParaRPr lang="en-US" dirty="0" smtClean="0"/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Rule Path: replace …/rules with  c:\Snort\rules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…/</a:t>
            </a:r>
            <a:r>
              <a:rPr lang="en-US" dirty="0" err="1" smtClean="0"/>
              <a:t>so_rules</a:t>
            </a:r>
            <a:r>
              <a:rPr lang="en-US" dirty="0" smtClean="0"/>
              <a:t> with c:\Snort\</a:t>
            </a:r>
            <a:r>
              <a:rPr lang="en-US" dirty="0" err="1" smtClean="0"/>
              <a:t>so_rules</a:t>
            </a:r>
            <a:endParaRPr lang="en-US" dirty="0" smtClean="0"/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…/</a:t>
            </a:r>
            <a:r>
              <a:rPr lang="en-US" dirty="0" err="1" smtClean="0"/>
              <a:t>preproc_rules</a:t>
            </a:r>
            <a:r>
              <a:rPr lang="en-US" dirty="0" smtClean="0"/>
              <a:t> with c:\Snort\</a:t>
            </a:r>
            <a:r>
              <a:rPr lang="en-US" dirty="0" err="1" smtClean="0"/>
              <a:t>preproc_rules</a:t>
            </a:r>
            <a:r>
              <a:rPr lang="en-US" dirty="0" smtClean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787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Change the </a:t>
            </a:r>
            <a:r>
              <a:rPr lang="en-US" dirty="0" err="1" smtClean="0"/>
              <a:t>WHITE_LIST_PATH</a:t>
            </a:r>
            <a:r>
              <a:rPr lang="en-US" dirty="0" smtClean="0"/>
              <a:t> and </a:t>
            </a:r>
            <a:r>
              <a:rPr lang="en-US" dirty="0" err="1" smtClean="0"/>
              <a:t>BLACK_LIST_PATH</a:t>
            </a:r>
            <a:r>
              <a:rPr lang="en-US" dirty="0" smtClean="0"/>
              <a:t> from …/rules to c:\Snort\rules</a:t>
            </a:r>
          </a:p>
          <a:p>
            <a:r>
              <a:rPr lang="en-US" dirty="0" smtClean="0"/>
              <a:t> #</a:t>
            </a:r>
            <a:r>
              <a:rPr lang="en-US" dirty="0" err="1" smtClean="0"/>
              <a:t>config</a:t>
            </a:r>
            <a:r>
              <a:rPr lang="en-US" dirty="0" smtClean="0"/>
              <a:t>  </a:t>
            </a:r>
            <a:r>
              <a:rPr lang="en-US" dirty="0" err="1" smtClean="0"/>
              <a:t>logdir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   </a:t>
            </a:r>
            <a:r>
              <a:rPr lang="en-US" dirty="0" err="1" smtClean="0"/>
              <a:t>logdir</a:t>
            </a:r>
            <a:r>
              <a:rPr lang="en-US" dirty="0" smtClean="0"/>
              <a:t>:  c:\Snort\log</a:t>
            </a:r>
          </a:p>
          <a:p>
            <a:pPr>
              <a:buNone/>
            </a:pPr>
            <a:r>
              <a:rPr lang="en-US" dirty="0" smtClean="0"/>
              <a:t>Replace:</a:t>
            </a:r>
          </a:p>
          <a:p>
            <a:pPr>
              <a:buNone/>
            </a:pPr>
            <a:r>
              <a:rPr lang="en-US" sz="1600" b="1" dirty="0" err="1" smtClean="0"/>
              <a:t>usr</a:t>
            </a:r>
            <a:r>
              <a:rPr lang="en-US" sz="1600" b="1" dirty="0" smtClean="0"/>
              <a:t>/local/lib/</a:t>
            </a:r>
            <a:r>
              <a:rPr lang="en-US" sz="1600" b="1" dirty="0" err="1" smtClean="0"/>
              <a:t>snort_dynamicpreprocessor</a:t>
            </a:r>
            <a:r>
              <a:rPr lang="en-US" sz="1600" b="1" dirty="0" smtClean="0"/>
              <a:t> </a:t>
            </a:r>
            <a:r>
              <a:rPr lang="en-US" sz="1600" dirty="0" smtClean="0"/>
              <a:t>C</a:t>
            </a:r>
            <a:r>
              <a:rPr lang="en-US" sz="1600" dirty="0"/>
              <a:t>:\</a:t>
            </a:r>
            <a:r>
              <a:rPr lang="en-US" sz="1600" dirty="0" smtClean="0"/>
              <a:t>Snort\lib\</a:t>
            </a:r>
            <a:r>
              <a:rPr lang="en-US" sz="1600" dirty="0" err="1" smtClean="0"/>
              <a:t>snort_dynamicpreprocessor</a:t>
            </a:r>
            <a:endParaRPr lang="en-US" sz="1600" dirty="0" smtClean="0"/>
          </a:p>
          <a:p>
            <a:pPr>
              <a:buNone/>
            </a:pPr>
            <a:r>
              <a:rPr lang="en-US" sz="1400" b="1" dirty="0" err="1" smtClean="0"/>
              <a:t>usr</a:t>
            </a:r>
            <a:r>
              <a:rPr lang="en-US" sz="1400" b="1" dirty="0" smtClean="0"/>
              <a:t>/local/lib/</a:t>
            </a:r>
            <a:r>
              <a:rPr lang="en-US" sz="1400" b="1" dirty="0" err="1" smtClean="0"/>
              <a:t>snort_dynamicengine</a:t>
            </a:r>
            <a:r>
              <a:rPr lang="en-US" sz="1400" b="1" dirty="0" smtClean="0"/>
              <a:t>/</a:t>
            </a:r>
            <a:r>
              <a:rPr lang="en-US" sz="1400" b="1" dirty="0" err="1" smtClean="0"/>
              <a:t>libsf_engine.so</a:t>
            </a:r>
            <a:r>
              <a:rPr lang="en-US" sz="1400" b="1" dirty="0" smtClean="0"/>
              <a:t> </a:t>
            </a:r>
            <a:r>
              <a:rPr lang="en-US" sz="1400" b="1" dirty="0" smtClean="0">
                <a:sym typeface="Wingdings" pitchFamily="2" charset="2"/>
              </a:rPr>
              <a:t> </a:t>
            </a:r>
            <a:r>
              <a:rPr lang="en-US" sz="1400" dirty="0"/>
              <a:t>C:\</a:t>
            </a:r>
            <a:r>
              <a:rPr lang="en-US" sz="1400" dirty="0" smtClean="0"/>
              <a:t>Snort\lib\</a:t>
            </a:r>
            <a:r>
              <a:rPr lang="en-US" sz="1400" dirty="0" err="1" smtClean="0"/>
              <a:t>snort_dynamicengine</a:t>
            </a:r>
            <a:r>
              <a:rPr lang="en-US" sz="1400" dirty="0" smtClean="0"/>
              <a:t>\</a:t>
            </a:r>
            <a:r>
              <a:rPr lang="en-US" sz="1400" dirty="0" err="1" smtClean="0"/>
              <a:t>sf_engine.dll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48866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snort –W</a:t>
            </a:r>
          </a:p>
          <a:p>
            <a:r>
              <a:rPr lang="en-US" dirty="0"/>
              <a:t> </a:t>
            </a:r>
            <a:r>
              <a:rPr lang="en-US" dirty="0" smtClean="0"/>
              <a:t>Test: snort –i  1 –c  c:\Snort\</a:t>
            </a:r>
            <a:r>
              <a:rPr lang="en-US" dirty="0" err="1" smtClean="0"/>
              <a:t>etc</a:t>
            </a:r>
            <a:r>
              <a:rPr lang="en-US" dirty="0" smtClean="0"/>
              <a:t>\</a:t>
            </a:r>
            <a:r>
              <a:rPr lang="en-US" dirty="0" err="1" smtClean="0"/>
              <a:t>snort.conf</a:t>
            </a:r>
            <a:r>
              <a:rPr lang="en-US" dirty="0" smtClean="0"/>
              <a:t>   –T</a:t>
            </a:r>
          </a:p>
          <a:p>
            <a:r>
              <a:rPr lang="en-US" dirty="0" smtClean="0"/>
              <a:t> Run: </a:t>
            </a:r>
            <a:r>
              <a:rPr lang="en-US" dirty="0"/>
              <a:t>snort –i  1 –c  c:\Snort\</a:t>
            </a:r>
            <a:r>
              <a:rPr lang="en-US" dirty="0" err="1"/>
              <a:t>etc</a:t>
            </a:r>
            <a:r>
              <a:rPr lang="en-US" dirty="0"/>
              <a:t>\</a:t>
            </a:r>
            <a:r>
              <a:rPr lang="en-US" dirty="0" err="1"/>
              <a:t>snort.conf</a:t>
            </a:r>
            <a:r>
              <a:rPr lang="en-US" dirty="0"/>
              <a:t> </a:t>
            </a:r>
            <a:r>
              <a:rPr lang="en-US" dirty="0" smtClean="0"/>
              <a:t> –A console</a:t>
            </a:r>
            <a:endParaRPr lang="en-US" dirty="0"/>
          </a:p>
          <a:p>
            <a:r>
              <a:rPr lang="en-US" dirty="0" smtClean="0"/>
              <a:t> Stop: CTRL-C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502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SIEM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600" dirty="0" smtClean="0"/>
              <a:t>Security Information and Event Management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93392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002060"/>
                </a:solidFill>
              </a:rPr>
              <a:t>Giới</a:t>
            </a:r>
            <a:r>
              <a:rPr lang="en-US" b="1" dirty="0" smtClean="0">
                <a:solidFill>
                  <a:srgbClr val="002060"/>
                </a:solidFill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</a:rPr>
              <a:t>thiệu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dirty="0" err="1" smtClean="0"/>
              <a:t>SIEM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thu</a:t>
            </a:r>
            <a:r>
              <a:rPr lang="en-US" dirty="0" smtClean="0"/>
              <a:t> </a:t>
            </a:r>
            <a:r>
              <a:rPr lang="en-US" dirty="0" err="1" smtClean="0"/>
              <a:t>thập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nhật</a:t>
            </a:r>
            <a:r>
              <a:rPr lang="en-US" dirty="0" smtClean="0"/>
              <a:t> </a:t>
            </a:r>
            <a:r>
              <a:rPr lang="en-US" dirty="0" err="1" smtClean="0"/>
              <a:t>ký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an </a:t>
            </a:r>
            <a:r>
              <a:rPr lang="en-US" dirty="0" err="1" smtClean="0"/>
              <a:t>ninh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cuối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lưu</a:t>
            </a:r>
            <a:r>
              <a:rPr lang="en-US" dirty="0" smtClean="0"/>
              <a:t> </a:t>
            </a:r>
            <a:r>
              <a:rPr lang="en-US" dirty="0" err="1" smtClean="0"/>
              <a:t>trữ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</a:t>
            </a:r>
            <a:r>
              <a:rPr lang="en-US" dirty="0" err="1" smtClean="0"/>
              <a:t>trung</a:t>
            </a:r>
            <a:endParaRPr lang="en-US" dirty="0" smtClean="0"/>
          </a:p>
          <a:p>
            <a:r>
              <a:rPr lang="en-US" dirty="0" smtClean="0"/>
              <a:t> Cho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</a:t>
            </a:r>
            <a:r>
              <a:rPr lang="en-US" dirty="0" err="1" smtClean="0"/>
              <a:t>trung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cáo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an </a:t>
            </a:r>
            <a:r>
              <a:rPr lang="en-US" dirty="0" err="1" smtClean="0"/>
              <a:t>toàn</a:t>
            </a:r>
            <a:r>
              <a:rPr lang="en-US" dirty="0" smtClean="0"/>
              <a:t> </a:t>
            </a:r>
            <a:r>
              <a:rPr lang="en-US" dirty="0" err="1" smtClean="0"/>
              <a:t>mạng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cuộc</a:t>
            </a:r>
            <a:r>
              <a:rPr lang="en-US" dirty="0" smtClean="0"/>
              <a:t> </a:t>
            </a:r>
            <a:r>
              <a:rPr lang="en-US" dirty="0" err="1" smtClean="0"/>
              <a:t>tấn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mà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thường</a:t>
            </a:r>
            <a:endParaRPr lang="en-US" dirty="0" smtClean="0"/>
          </a:p>
          <a:p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ngăn</a:t>
            </a:r>
            <a:r>
              <a:rPr lang="en-US" dirty="0" smtClean="0"/>
              <a:t> </a:t>
            </a:r>
            <a:r>
              <a:rPr lang="en-US" dirty="0" err="1" smtClean="0"/>
              <a:t>chặn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cuộc</a:t>
            </a:r>
            <a:r>
              <a:rPr lang="en-US" dirty="0" smtClean="0"/>
              <a:t> </a:t>
            </a:r>
            <a:r>
              <a:rPr lang="en-US" dirty="0" err="1" smtClean="0"/>
              <a:t>tấn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mà</a:t>
            </a:r>
            <a:r>
              <a:rPr lang="en-US" dirty="0" smtClean="0"/>
              <a:t> </a:t>
            </a:r>
            <a:r>
              <a:rPr lang="en-US" dirty="0" err="1" smtClean="0"/>
              <a:t>chúng</a:t>
            </a:r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856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002060"/>
                </a:solidFill>
              </a:rPr>
              <a:t>Kiến</a:t>
            </a:r>
            <a:r>
              <a:rPr lang="en-US" b="1" dirty="0" smtClean="0">
                <a:solidFill>
                  <a:srgbClr val="002060"/>
                </a:solidFill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</a:rPr>
              <a:t>trúc</a:t>
            </a:r>
            <a:r>
              <a:rPr lang="en-US" b="1" dirty="0" smtClean="0">
                <a:solidFill>
                  <a:srgbClr val="002060"/>
                </a:solidFill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</a:rPr>
              <a:t>SIEM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mềm</a:t>
            </a:r>
            <a:r>
              <a:rPr lang="en-US" dirty="0" smtClean="0"/>
              <a:t> </a:t>
            </a:r>
            <a:r>
              <a:rPr lang="en-US" dirty="0" err="1" smtClean="0"/>
              <a:t>SIEM</a:t>
            </a:r>
            <a:r>
              <a:rPr lang="en-US" dirty="0" smtClean="0"/>
              <a:t> </a:t>
            </a:r>
            <a:r>
              <a:rPr lang="en-US" dirty="0" err="1" smtClean="0"/>
              <a:t>cài</a:t>
            </a:r>
            <a:r>
              <a:rPr lang="en-US" dirty="0" smtClean="0"/>
              <a:t> </a:t>
            </a:r>
            <a:r>
              <a:rPr lang="en-US" dirty="0" err="1" smtClean="0"/>
              <a:t>đặt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máy</a:t>
            </a:r>
            <a:r>
              <a:rPr lang="en-US" dirty="0" smtClean="0"/>
              <a:t> </a:t>
            </a:r>
            <a:r>
              <a:rPr lang="en-US" dirty="0" err="1" smtClean="0"/>
              <a:t>chủ</a:t>
            </a:r>
            <a:r>
              <a:rPr lang="en-US" dirty="0" smtClean="0"/>
              <a:t> </a:t>
            </a:r>
            <a:r>
              <a:rPr lang="en-US" dirty="0" err="1" smtClean="0"/>
              <a:t>cục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endParaRPr lang="en-US" dirty="0" smtClean="0"/>
          </a:p>
          <a:p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cứng</a:t>
            </a:r>
            <a:r>
              <a:rPr lang="en-US" dirty="0" smtClean="0"/>
              <a:t>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máy</a:t>
            </a:r>
            <a:r>
              <a:rPr lang="en-US" dirty="0" smtClean="0"/>
              <a:t> </a:t>
            </a:r>
            <a:r>
              <a:rPr lang="en-US" dirty="0" err="1" smtClean="0"/>
              <a:t>ảo</a:t>
            </a:r>
            <a:r>
              <a:rPr lang="en-US" dirty="0" smtClean="0"/>
              <a:t> </a:t>
            </a:r>
            <a:r>
              <a:rPr lang="en-US" dirty="0" err="1" smtClean="0"/>
              <a:t>dành</a:t>
            </a:r>
            <a:r>
              <a:rPr lang="en-US" dirty="0" smtClean="0"/>
              <a:t> </a:t>
            </a:r>
            <a:r>
              <a:rPr lang="en-US" dirty="0" err="1" smtClean="0"/>
              <a:t>riêng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SIEM</a:t>
            </a:r>
            <a:endParaRPr lang="en-US" dirty="0" smtClean="0"/>
          </a:p>
          <a:p>
            <a:r>
              <a:rPr lang="en-US" dirty="0" err="1" smtClean="0"/>
              <a:t>Dịch</a:t>
            </a:r>
            <a:r>
              <a:rPr lang="en-US" dirty="0" smtClean="0"/>
              <a:t> </a:t>
            </a:r>
            <a:r>
              <a:rPr lang="en-US" dirty="0" err="1" smtClean="0"/>
              <a:t>vụ</a:t>
            </a:r>
            <a:r>
              <a:rPr lang="en-US" dirty="0" smtClean="0"/>
              <a:t> </a:t>
            </a:r>
            <a:r>
              <a:rPr lang="en-US" dirty="0" err="1" smtClean="0"/>
              <a:t>đám</a:t>
            </a:r>
            <a:r>
              <a:rPr lang="en-US" dirty="0" smtClean="0"/>
              <a:t> </a:t>
            </a:r>
            <a:r>
              <a:rPr lang="en-US" dirty="0" err="1" smtClean="0"/>
              <a:t>mây</a:t>
            </a:r>
            <a:r>
              <a:rPr lang="en-US" dirty="0" smtClean="0"/>
              <a:t> </a:t>
            </a:r>
            <a:r>
              <a:rPr lang="en-US" dirty="0" err="1" smtClean="0"/>
              <a:t>SIEM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185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002060"/>
                </a:solidFill>
              </a:rPr>
              <a:t>Lợi</a:t>
            </a:r>
            <a:r>
              <a:rPr lang="en-US" b="1" dirty="0" smtClean="0">
                <a:solidFill>
                  <a:srgbClr val="002060"/>
                </a:solidFill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</a:rPr>
              <a:t>ích</a:t>
            </a:r>
            <a:r>
              <a:rPr lang="en-US" b="1" dirty="0" smtClean="0">
                <a:solidFill>
                  <a:srgbClr val="002060"/>
                </a:solidFill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</a:rPr>
              <a:t>của</a:t>
            </a:r>
            <a:r>
              <a:rPr lang="en-US" b="1" dirty="0" smtClean="0">
                <a:solidFill>
                  <a:srgbClr val="002060"/>
                </a:solidFill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</a:rPr>
              <a:t>SIEM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</a:t>
            </a:r>
            <a:r>
              <a:rPr lang="en-US" dirty="0" err="1" smtClean="0"/>
              <a:t>trung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err="1" smtClean="0"/>
              <a:t>Giám</a:t>
            </a:r>
            <a:r>
              <a:rPr lang="en-US" dirty="0" smtClean="0"/>
              <a:t> </a:t>
            </a:r>
            <a:r>
              <a:rPr lang="en-US" dirty="0" err="1" smtClean="0"/>
              <a:t>sát</a:t>
            </a:r>
            <a:r>
              <a:rPr lang="en-US" dirty="0" smtClean="0"/>
              <a:t> an </a:t>
            </a:r>
            <a:r>
              <a:rPr lang="en-US" dirty="0" err="1" smtClean="0"/>
              <a:t>toàn</a:t>
            </a:r>
            <a:r>
              <a:rPr lang="en-US" dirty="0" smtClean="0"/>
              <a:t> </a:t>
            </a:r>
            <a:r>
              <a:rPr lang="en-US" dirty="0" err="1" smtClean="0"/>
              <a:t>mạng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err="1" smtClean="0"/>
              <a:t>Cải</a:t>
            </a:r>
            <a:r>
              <a:rPr lang="en-US" dirty="0" smtClean="0"/>
              <a:t> </a:t>
            </a:r>
            <a:r>
              <a:rPr lang="en-US" dirty="0" err="1" smtClean="0"/>
              <a:t>thiện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xử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cố</a:t>
            </a:r>
            <a:r>
              <a:rPr lang="en-US" dirty="0" smtClean="0"/>
              <a:t>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875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>
                <a:solidFill>
                  <a:srgbClr val="00B050"/>
                </a:solidFill>
              </a:rPr>
              <a:t>Quản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lý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tập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trung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qua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</a:t>
            </a:r>
            <a:r>
              <a:rPr lang="en-US" dirty="0" err="1" smtClean="0"/>
              <a:t>nhật</a:t>
            </a:r>
            <a:r>
              <a:rPr lang="en-US" dirty="0" smtClean="0"/>
              <a:t> </a:t>
            </a:r>
            <a:r>
              <a:rPr lang="en-US" dirty="0" err="1" smtClean="0"/>
              <a:t>ký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</a:t>
            </a:r>
            <a:r>
              <a:rPr lang="en-US" dirty="0" err="1" smtClean="0"/>
              <a:t>trung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err="1" smtClean="0"/>
              <a:t>Mỗi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cuối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 smtClean="0"/>
              <a:t>ghi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an </a:t>
            </a:r>
            <a:r>
              <a:rPr lang="en-US" dirty="0" err="1" smtClean="0"/>
              <a:t>ninh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thường</a:t>
            </a:r>
            <a:r>
              <a:rPr lang="en-US" dirty="0" smtClean="0"/>
              <a:t> </a:t>
            </a:r>
            <a:r>
              <a:rPr lang="en-US" dirty="0" err="1" smtClean="0"/>
              <a:t>xuyên</a:t>
            </a:r>
            <a:r>
              <a:rPr lang="en-US" dirty="0" smtClean="0"/>
              <a:t> </a:t>
            </a:r>
            <a:r>
              <a:rPr lang="en-US" dirty="0" err="1" smtClean="0"/>
              <a:t>truyền</a:t>
            </a:r>
            <a:r>
              <a:rPr lang="en-US" dirty="0" smtClean="0"/>
              <a:t> log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máy</a:t>
            </a:r>
            <a:r>
              <a:rPr lang="en-US" dirty="0" smtClean="0"/>
              <a:t> </a:t>
            </a:r>
            <a:r>
              <a:rPr lang="en-US" dirty="0" err="1" smtClean="0"/>
              <a:t>chủ</a:t>
            </a:r>
            <a:r>
              <a:rPr lang="en-US" dirty="0" smtClean="0"/>
              <a:t> </a:t>
            </a:r>
            <a:r>
              <a:rPr lang="en-US" dirty="0" err="1" smtClean="0"/>
              <a:t>SIEM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err="1" smtClean="0"/>
              <a:t>Máy</a:t>
            </a:r>
            <a:r>
              <a:rPr lang="en-US" dirty="0" smtClean="0"/>
              <a:t> </a:t>
            </a:r>
            <a:r>
              <a:rPr lang="en-US" dirty="0" err="1" smtClean="0"/>
              <a:t>chủ</a:t>
            </a:r>
            <a:r>
              <a:rPr lang="en-US" dirty="0" smtClean="0"/>
              <a:t> </a:t>
            </a:r>
            <a:r>
              <a:rPr lang="en-US" dirty="0" err="1" smtClean="0"/>
              <a:t>SIEM</a:t>
            </a:r>
            <a:r>
              <a:rPr lang="en-US" dirty="0" smtClean="0"/>
              <a:t> </a:t>
            </a:r>
            <a:r>
              <a:rPr lang="en-US" dirty="0" err="1" smtClean="0"/>
              <a:t>nhận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nhật</a:t>
            </a:r>
            <a:r>
              <a:rPr lang="en-US" dirty="0" smtClean="0"/>
              <a:t> </a:t>
            </a:r>
            <a:r>
              <a:rPr lang="en-US" dirty="0" err="1" smtClean="0"/>
              <a:t>ký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rất</a:t>
            </a:r>
            <a:r>
              <a:rPr lang="en-US" dirty="0" smtClean="0"/>
              <a:t> </a:t>
            </a:r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 smtClean="0"/>
              <a:t>kê</a:t>
            </a:r>
            <a:r>
              <a:rPr lang="en-US" dirty="0" smtClean="0"/>
              <a:t>,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,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cáo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cáo</a:t>
            </a:r>
            <a:r>
              <a:rPr lang="en-US" dirty="0" smtClean="0"/>
              <a:t> </a:t>
            </a:r>
            <a:r>
              <a:rPr lang="en-US" dirty="0" err="1" smtClean="0"/>
              <a:t>duy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thấy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tương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an </a:t>
            </a:r>
            <a:r>
              <a:rPr lang="en-US" dirty="0" err="1" smtClean="0"/>
              <a:t>ninh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504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00B050"/>
                </a:solidFill>
              </a:rPr>
              <a:t>Giám sát an toàn mạng</a:t>
            </a:r>
            <a:endParaRPr lang="en-US" b="1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khả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ghi</a:t>
            </a:r>
            <a:r>
              <a:rPr lang="en-US" dirty="0" smtClean="0"/>
              <a:t> log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an </a:t>
            </a:r>
            <a:r>
              <a:rPr lang="en-US" dirty="0" err="1" smtClean="0"/>
              <a:t>ninh</a:t>
            </a:r>
            <a:r>
              <a:rPr lang="en-US" dirty="0" smtClean="0"/>
              <a:t> </a:t>
            </a:r>
            <a:r>
              <a:rPr lang="en-US" dirty="0" err="1" smtClean="0"/>
              <a:t>nhưng</a:t>
            </a:r>
            <a:r>
              <a:rPr lang="en-US" dirty="0" smtClean="0"/>
              <a:t> </a:t>
            </a:r>
            <a:r>
              <a:rPr lang="en-US" dirty="0" err="1" smtClean="0"/>
              <a:t>thiếu</a:t>
            </a:r>
            <a:r>
              <a:rPr lang="en-US" dirty="0" smtClean="0"/>
              <a:t> </a:t>
            </a:r>
            <a:r>
              <a:rPr lang="en-US" dirty="0" err="1" smtClean="0"/>
              <a:t>khả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hành</a:t>
            </a:r>
            <a:r>
              <a:rPr lang="en-US" dirty="0" smtClean="0"/>
              <a:t> vi </a:t>
            </a:r>
            <a:r>
              <a:rPr lang="en-US" dirty="0" err="1" smtClean="0"/>
              <a:t>độc</a:t>
            </a:r>
            <a:r>
              <a:rPr lang="en-US" dirty="0" smtClean="0"/>
              <a:t> </a:t>
            </a:r>
            <a:r>
              <a:rPr lang="en-US" dirty="0" err="1" smtClean="0"/>
              <a:t>hại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err="1" smtClean="0"/>
              <a:t>SIEM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khả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thấy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tương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err="1" smtClean="0"/>
              <a:t>SIEM</a:t>
            </a:r>
            <a:r>
              <a:rPr lang="en-US" dirty="0" smtClean="0"/>
              <a:t> </a:t>
            </a:r>
            <a:r>
              <a:rPr lang="en-US" dirty="0" err="1" smtClean="0"/>
              <a:t>thấy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cuộc</a:t>
            </a:r>
            <a:r>
              <a:rPr lang="en-US" dirty="0" smtClean="0"/>
              <a:t> </a:t>
            </a:r>
            <a:r>
              <a:rPr lang="en-US" dirty="0" err="1" smtClean="0"/>
              <a:t>tấn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tái</a:t>
            </a:r>
            <a:r>
              <a:rPr lang="en-US" dirty="0" smtClean="0"/>
              <a:t> </a:t>
            </a: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trúc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</a:t>
            </a:r>
            <a:r>
              <a:rPr lang="en-US" dirty="0" err="1" smtClean="0"/>
              <a:t>chuỗi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cuộc</a:t>
            </a:r>
            <a:r>
              <a:rPr lang="en-US" dirty="0" smtClean="0"/>
              <a:t> </a:t>
            </a:r>
            <a:r>
              <a:rPr lang="en-US" dirty="0" err="1" smtClean="0"/>
              <a:t>tấn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ban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gì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nó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hay </a:t>
            </a:r>
            <a:r>
              <a:rPr lang="en-US" dirty="0" err="1" smtClean="0"/>
              <a:t>chưa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631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:</a:t>
            </a:r>
          </a:p>
          <a:p>
            <a:r>
              <a:rPr lang="en-US" dirty="0" err="1" smtClean="0"/>
              <a:t>IPS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thấy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cuộc</a:t>
            </a:r>
            <a:r>
              <a:rPr lang="en-US" dirty="0" smtClean="0"/>
              <a:t> </a:t>
            </a:r>
            <a:r>
              <a:rPr lang="en-US" dirty="0" err="1" smtClean="0"/>
              <a:t>tấn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HĐH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máy</a:t>
            </a:r>
            <a:r>
              <a:rPr lang="en-US" dirty="0" smtClean="0"/>
              <a:t> </a:t>
            </a:r>
            <a:r>
              <a:rPr lang="en-US" dirty="0" err="1" smtClean="0"/>
              <a:t>chủ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cũng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thấy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cuộc</a:t>
            </a:r>
            <a:r>
              <a:rPr lang="en-US" dirty="0" smtClean="0"/>
              <a:t> </a:t>
            </a:r>
            <a:r>
              <a:rPr lang="en-US" dirty="0" err="1" smtClean="0"/>
              <a:t>tấn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endParaRPr lang="en-US" dirty="0" smtClean="0"/>
          </a:p>
          <a:p>
            <a:r>
              <a:rPr lang="en-US" dirty="0" err="1" smtClean="0"/>
              <a:t>SIEM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nhật</a:t>
            </a:r>
            <a:r>
              <a:rPr lang="en-US" dirty="0" smtClean="0"/>
              <a:t> </a:t>
            </a:r>
            <a:r>
              <a:rPr lang="en-US" dirty="0" err="1" smtClean="0"/>
              <a:t>ký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tất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máy</a:t>
            </a:r>
            <a:r>
              <a:rPr lang="en-US" dirty="0" smtClean="0"/>
              <a:t> </a:t>
            </a:r>
            <a:r>
              <a:rPr lang="en-US" dirty="0" err="1" smtClean="0"/>
              <a:t>chủ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r>
              <a:rPr lang="en-US" dirty="0" smtClean="0"/>
              <a:t> </a:t>
            </a:r>
            <a:r>
              <a:rPr lang="en-US" dirty="0" err="1" smtClean="0"/>
              <a:t>nhiễm</a:t>
            </a:r>
            <a:r>
              <a:rPr lang="en-US" dirty="0" smtClean="0"/>
              <a:t> </a:t>
            </a:r>
            <a:r>
              <a:rPr lang="en-US" dirty="0" err="1" smtClean="0"/>
              <a:t>mã</a:t>
            </a:r>
            <a:r>
              <a:rPr lang="en-US" dirty="0" smtClean="0"/>
              <a:t> </a:t>
            </a:r>
            <a:r>
              <a:rPr lang="en-US" dirty="0" err="1" smtClean="0"/>
              <a:t>độc</a:t>
            </a:r>
            <a:r>
              <a:rPr lang="en-US" dirty="0" smtClean="0"/>
              <a:t> hay </a:t>
            </a:r>
            <a:r>
              <a:rPr lang="en-US" dirty="0" err="1" smtClean="0"/>
              <a:t>tấn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hay </a:t>
            </a:r>
            <a:r>
              <a:rPr lang="en-US" dirty="0" err="1" smtClean="0"/>
              <a:t>chưa</a:t>
            </a:r>
            <a:endParaRPr lang="en-US" dirty="0" smtClean="0"/>
          </a:p>
          <a:p>
            <a:r>
              <a:rPr lang="en-US" dirty="0" err="1"/>
              <a:t>T</a:t>
            </a:r>
            <a:r>
              <a:rPr lang="en-US" dirty="0" err="1" smtClean="0"/>
              <a:t>ừ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ly</a:t>
            </a:r>
            <a:r>
              <a:rPr lang="en-US" dirty="0" smtClean="0"/>
              <a:t> </a:t>
            </a:r>
            <a:r>
              <a:rPr lang="en-US" dirty="0" err="1" smtClean="0"/>
              <a:t>chúng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mạng</a:t>
            </a:r>
            <a:r>
              <a:rPr lang="en-US" dirty="0" smtClean="0"/>
              <a:t> </a:t>
            </a:r>
            <a:r>
              <a:rPr lang="en-US" dirty="0" err="1" smtClean="0"/>
              <a:t>riêng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xử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cuộc</a:t>
            </a:r>
            <a:r>
              <a:rPr lang="en-US" dirty="0" smtClean="0"/>
              <a:t> </a:t>
            </a:r>
            <a:r>
              <a:rPr lang="en-US" dirty="0" err="1" smtClean="0"/>
              <a:t>tấn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162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SIEM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thay</a:t>
            </a:r>
            <a:r>
              <a:rPr lang="en-US" dirty="0" smtClean="0"/>
              <a:t> </a:t>
            </a:r>
            <a:r>
              <a:rPr lang="en-US" dirty="0" err="1" smtClean="0"/>
              <a:t>thế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sản</a:t>
            </a:r>
            <a:r>
              <a:rPr lang="en-US" dirty="0" smtClean="0"/>
              <a:t> </a:t>
            </a:r>
            <a:r>
              <a:rPr lang="en-US" dirty="0" err="1" smtClean="0"/>
              <a:t>phẩm</a:t>
            </a:r>
            <a:r>
              <a:rPr lang="en-US" dirty="0" smtClean="0"/>
              <a:t>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soát</a:t>
            </a:r>
            <a:r>
              <a:rPr lang="en-US" dirty="0" smtClean="0"/>
              <a:t> an </a:t>
            </a:r>
            <a:r>
              <a:rPr lang="en-US" dirty="0" err="1" smtClean="0"/>
              <a:t>ninh</a:t>
            </a:r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tấn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như</a:t>
            </a:r>
            <a:r>
              <a:rPr lang="en-US" dirty="0" smtClean="0"/>
              <a:t> </a:t>
            </a:r>
            <a:r>
              <a:rPr lang="en-US" dirty="0" err="1" smtClean="0"/>
              <a:t>IPS</a:t>
            </a:r>
            <a:r>
              <a:rPr lang="en-US" dirty="0" smtClean="0"/>
              <a:t>, firewall,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mềm</a:t>
            </a:r>
            <a:r>
              <a:rPr lang="en-US" dirty="0" smtClean="0"/>
              <a:t> </a:t>
            </a:r>
            <a:r>
              <a:rPr lang="en-US" dirty="0" err="1" smtClean="0"/>
              <a:t>diệt</a:t>
            </a:r>
            <a:r>
              <a:rPr lang="en-US" dirty="0" smtClean="0"/>
              <a:t> virus</a:t>
            </a:r>
          </a:p>
          <a:p>
            <a:r>
              <a:rPr lang="en-US" dirty="0" err="1" smtClean="0"/>
              <a:t>SIEM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nhật</a:t>
            </a:r>
            <a:r>
              <a:rPr lang="en-US" dirty="0" smtClean="0"/>
              <a:t> </a:t>
            </a:r>
            <a:r>
              <a:rPr lang="en-US" dirty="0" err="1" smtClean="0"/>
              <a:t>ký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ghi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</a:t>
            </a:r>
            <a:r>
              <a:rPr lang="en-US" dirty="0" err="1" smtClean="0"/>
              <a:t>bởi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mềm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tương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đưa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cảnh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err="1" smtClean="0"/>
              <a:t>sản</a:t>
            </a:r>
            <a:r>
              <a:rPr lang="en-US" dirty="0" smtClean="0"/>
              <a:t> </a:t>
            </a:r>
            <a:r>
              <a:rPr lang="en-US" dirty="0" err="1" smtClean="0"/>
              <a:t>phẩm</a:t>
            </a:r>
            <a:r>
              <a:rPr lang="en-US" dirty="0" smtClean="0"/>
              <a:t> </a:t>
            </a:r>
            <a:r>
              <a:rPr lang="en-US" dirty="0" err="1" smtClean="0"/>
              <a:t>SIEM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khả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ngăn</a:t>
            </a:r>
            <a:r>
              <a:rPr lang="en-US" dirty="0" smtClean="0"/>
              <a:t> </a:t>
            </a:r>
            <a:r>
              <a:rPr lang="en-US" dirty="0" err="1" smtClean="0"/>
              <a:t>chặn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cuộc</a:t>
            </a:r>
            <a:r>
              <a:rPr lang="en-US" dirty="0" smtClean="0"/>
              <a:t> </a:t>
            </a:r>
            <a:r>
              <a:rPr lang="en-US" dirty="0" err="1" smtClean="0"/>
              <a:t>tấn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mà</a:t>
            </a:r>
            <a:r>
              <a:rPr lang="en-US" dirty="0" smtClean="0"/>
              <a:t> </a:t>
            </a:r>
            <a:r>
              <a:rPr lang="en-US" dirty="0" err="1" smtClean="0"/>
              <a:t>chúng</a:t>
            </a:r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. </a:t>
            </a:r>
            <a:r>
              <a:rPr lang="en-US" dirty="0" err="1" smtClean="0"/>
              <a:t>SIEM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trực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ngăn</a:t>
            </a:r>
            <a:r>
              <a:rPr lang="en-US" dirty="0" smtClean="0"/>
              <a:t> </a:t>
            </a:r>
            <a:r>
              <a:rPr lang="en-US" dirty="0" err="1" smtClean="0"/>
              <a:t>chặn</a:t>
            </a:r>
            <a:r>
              <a:rPr lang="en-US" dirty="0" smtClean="0"/>
              <a:t> </a:t>
            </a:r>
            <a:r>
              <a:rPr lang="en-US" dirty="0" err="1" smtClean="0"/>
              <a:t>mà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an </a:t>
            </a:r>
            <a:r>
              <a:rPr lang="en-US" dirty="0" err="1" smtClean="0"/>
              <a:t>ninh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như</a:t>
            </a:r>
            <a:r>
              <a:rPr lang="en-US" dirty="0" smtClean="0"/>
              <a:t> firewall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ngăn</a:t>
            </a:r>
            <a:r>
              <a:rPr lang="en-US" dirty="0" smtClean="0"/>
              <a:t> </a:t>
            </a:r>
            <a:r>
              <a:rPr lang="en-US" dirty="0" err="1" smtClean="0"/>
              <a:t>chặn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088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400" b="1" dirty="0" err="1" smtClean="0">
                <a:solidFill>
                  <a:srgbClr val="00B050"/>
                </a:solidFill>
              </a:rPr>
              <a:t>Cải</a:t>
            </a:r>
            <a:r>
              <a:rPr lang="en-US" sz="2400" b="1" dirty="0" smtClean="0">
                <a:solidFill>
                  <a:srgbClr val="00B050"/>
                </a:solidFill>
              </a:rPr>
              <a:t> </a:t>
            </a:r>
            <a:r>
              <a:rPr lang="en-US" sz="2400" b="1" dirty="0" err="1" smtClean="0">
                <a:solidFill>
                  <a:srgbClr val="00B050"/>
                </a:solidFill>
              </a:rPr>
              <a:t>thiện</a:t>
            </a:r>
            <a:r>
              <a:rPr lang="en-US" sz="2400" b="1" dirty="0" smtClean="0">
                <a:solidFill>
                  <a:srgbClr val="00B050"/>
                </a:solidFill>
              </a:rPr>
              <a:t> </a:t>
            </a:r>
            <a:r>
              <a:rPr lang="en-US" sz="2400" b="1" dirty="0" err="1" smtClean="0">
                <a:solidFill>
                  <a:srgbClr val="00B050"/>
                </a:solidFill>
              </a:rPr>
              <a:t>hoạt</a:t>
            </a:r>
            <a:r>
              <a:rPr lang="en-US" sz="2400" b="1" dirty="0" smtClean="0">
                <a:solidFill>
                  <a:srgbClr val="00B050"/>
                </a:solidFill>
              </a:rPr>
              <a:t> </a:t>
            </a:r>
            <a:r>
              <a:rPr lang="en-US" sz="2400" b="1" dirty="0" err="1" smtClean="0">
                <a:solidFill>
                  <a:srgbClr val="00B050"/>
                </a:solidFill>
              </a:rPr>
              <a:t>động</a:t>
            </a:r>
            <a:r>
              <a:rPr lang="en-US" sz="2400" b="1" dirty="0" smtClean="0">
                <a:solidFill>
                  <a:srgbClr val="00B050"/>
                </a:solidFill>
              </a:rPr>
              <a:t> </a:t>
            </a:r>
            <a:r>
              <a:rPr lang="en-US" sz="2400" b="1" dirty="0" err="1" smtClean="0">
                <a:solidFill>
                  <a:srgbClr val="00B050"/>
                </a:solidFill>
              </a:rPr>
              <a:t>xử</a:t>
            </a:r>
            <a:r>
              <a:rPr lang="en-US" sz="2400" b="1" dirty="0" smtClean="0">
                <a:solidFill>
                  <a:srgbClr val="00B050"/>
                </a:solidFill>
              </a:rPr>
              <a:t> </a:t>
            </a:r>
            <a:r>
              <a:rPr lang="en-US" sz="2400" b="1" dirty="0" err="1" smtClean="0">
                <a:solidFill>
                  <a:srgbClr val="00B050"/>
                </a:solidFill>
              </a:rPr>
              <a:t>lý</a:t>
            </a:r>
            <a:r>
              <a:rPr lang="en-US" sz="2400" b="1" dirty="0" smtClean="0">
                <a:solidFill>
                  <a:srgbClr val="00B050"/>
                </a:solidFill>
              </a:rPr>
              <a:t> </a:t>
            </a:r>
            <a:r>
              <a:rPr lang="en-US" sz="2400" b="1" dirty="0" err="1" smtClean="0">
                <a:solidFill>
                  <a:srgbClr val="00B050"/>
                </a:solidFill>
              </a:rPr>
              <a:t>sự</a:t>
            </a:r>
            <a:r>
              <a:rPr lang="en-US" sz="2400" b="1" dirty="0" smtClean="0">
                <a:solidFill>
                  <a:srgbClr val="00B050"/>
                </a:solidFill>
              </a:rPr>
              <a:t> </a:t>
            </a:r>
            <a:r>
              <a:rPr lang="en-US" sz="2400" b="1" dirty="0" err="1" smtClean="0">
                <a:solidFill>
                  <a:srgbClr val="00B050"/>
                </a:solidFill>
              </a:rPr>
              <a:t>cố</a:t>
            </a:r>
            <a:r>
              <a:rPr lang="en-US" sz="2400" b="1" dirty="0" smtClean="0">
                <a:solidFill>
                  <a:srgbClr val="00B050"/>
                </a:solidFill>
              </a:rPr>
              <a:t> </a:t>
            </a:r>
            <a:r>
              <a:rPr lang="en-US" sz="2400" b="1" dirty="0" err="1" smtClean="0">
                <a:solidFill>
                  <a:srgbClr val="00B050"/>
                </a:solidFill>
              </a:rPr>
              <a:t>hiệu</a:t>
            </a:r>
            <a:r>
              <a:rPr lang="en-US" sz="2400" b="1" dirty="0" smtClean="0">
                <a:solidFill>
                  <a:srgbClr val="00B050"/>
                </a:solidFill>
              </a:rPr>
              <a:t> </a:t>
            </a:r>
            <a:r>
              <a:rPr lang="en-US" sz="2400" b="1" dirty="0" err="1" smtClean="0">
                <a:solidFill>
                  <a:srgbClr val="00B050"/>
                </a:solidFill>
              </a:rPr>
              <a:t>quả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Cung cấp giao diện đơn giản để xem xét tất cả dữ liệu nhật ký an ninh từ nhiều thiết bị.</a:t>
            </a:r>
          </a:p>
          <a:p>
            <a:r>
              <a:rPr lang="en-US" smtClean="0"/>
              <a:t>Xác định nhanh chóng tất cả các thiết bị đầu cuối bị ảnh hưởng bởi cuộc tấn công</a:t>
            </a:r>
          </a:p>
          <a:p>
            <a:r>
              <a:rPr lang="en-US" smtClean="0"/>
              <a:t>Cung cấp cơ chế tự động nhằm ngăn chặn các cuộc tấn công và cách ly các thiết bị đầu cuối đã bị tấn công.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534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990</Words>
  <Application>Microsoft Office PowerPoint</Application>
  <PresentationFormat>On-screen Show (16:9)</PresentationFormat>
  <Paragraphs>97</Paragraphs>
  <Slides>22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Simple Light</vt:lpstr>
      <vt:lpstr> IDS/IPS, SIEM</vt:lpstr>
      <vt:lpstr>Outline</vt:lpstr>
      <vt:lpstr>IDS – Intrusion Detection System</vt:lpstr>
      <vt:lpstr>IDS – Intrusion Detection System</vt:lpstr>
      <vt:lpstr>IDS – Intrusion Detection System</vt:lpstr>
      <vt:lpstr>IDS – Intrusion Detection System</vt:lpstr>
      <vt:lpstr>IPS – Intrusion Prevention System</vt:lpstr>
      <vt:lpstr>Lab : Snort IDS</vt:lpstr>
      <vt:lpstr>PowerPoint Presentation</vt:lpstr>
      <vt:lpstr>Snort rules:</vt:lpstr>
      <vt:lpstr>Installing and configuring Snort on Windows</vt:lpstr>
      <vt:lpstr>PowerPoint Presentation</vt:lpstr>
      <vt:lpstr>PowerPoint Presentation</vt:lpstr>
      <vt:lpstr>SIEM  Security Information and Event Management</vt:lpstr>
      <vt:lpstr>Giới thiệu</vt:lpstr>
      <vt:lpstr>Kiến trúc SIEM</vt:lpstr>
      <vt:lpstr>Lợi ích của SIEM</vt:lpstr>
      <vt:lpstr>Quản lý tập trung</vt:lpstr>
      <vt:lpstr>Giám sát an toàn mạng</vt:lpstr>
      <vt:lpstr>PowerPoint Presentation</vt:lpstr>
      <vt:lpstr>PowerPoint Presentation</vt:lpstr>
      <vt:lpstr>Cải thiện hoạt động xử lý sự cố hiệu quả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Firewalls</dc:title>
  <cp:lastModifiedBy>Administrator</cp:lastModifiedBy>
  <cp:revision>38</cp:revision>
  <dcterms:modified xsi:type="dcterms:W3CDTF">2021-11-02T08:03:58Z</dcterms:modified>
</cp:coreProperties>
</file>