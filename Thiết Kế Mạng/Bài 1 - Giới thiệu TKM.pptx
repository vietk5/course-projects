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908" r:id="rId2"/>
  </p:sldMasterIdLst>
  <p:notesMasterIdLst>
    <p:notesMasterId r:id="rId34"/>
  </p:notesMasterIdLst>
  <p:handoutMasterIdLst>
    <p:handoutMasterId r:id="rId35"/>
  </p:handoutMasterIdLst>
  <p:sldIdLst>
    <p:sldId id="258" r:id="rId3"/>
    <p:sldId id="294" r:id="rId4"/>
    <p:sldId id="411" r:id="rId5"/>
    <p:sldId id="412" r:id="rId6"/>
    <p:sldId id="413" r:id="rId7"/>
    <p:sldId id="414" r:id="rId8"/>
    <p:sldId id="415" r:id="rId9"/>
    <p:sldId id="416" r:id="rId10"/>
    <p:sldId id="417" r:id="rId11"/>
    <p:sldId id="418" r:id="rId12"/>
    <p:sldId id="419" r:id="rId13"/>
    <p:sldId id="420" r:id="rId14"/>
    <p:sldId id="421" r:id="rId15"/>
    <p:sldId id="422" r:id="rId16"/>
    <p:sldId id="424" r:id="rId17"/>
    <p:sldId id="425" r:id="rId18"/>
    <p:sldId id="426" r:id="rId19"/>
    <p:sldId id="427" r:id="rId20"/>
    <p:sldId id="428" r:id="rId21"/>
    <p:sldId id="429" r:id="rId22"/>
    <p:sldId id="430" r:id="rId23"/>
    <p:sldId id="431" r:id="rId24"/>
    <p:sldId id="369" r:id="rId25"/>
    <p:sldId id="372" r:id="rId26"/>
    <p:sldId id="370" r:id="rId27"/>
    <p:sldId id="371" r:id="rId28"/>
    <p:sldId id="405" r:id="rId29"/>
    <p:sldId id="406" r:id="rId30"/>
    <p:sldId id="407" r:id="rId31"/>
    <p:sldId id="408" r:id="rId32"/>
    <p:sldId id="432" r:id="rId33"/>
  </p:sldIdLst>
  <p:sldSz cx="9144000" cy="6858000" type="screen4x3"/>
  <p:notesSz cx="6805613" cy="9939338"/>
  <p:defaultTextStyle>
    <a:defPPr>
      <a:defRPr lang="en-US"/>
    </a:defPPr>
    <a:lvl1pPr algn="l" rtl="0" eaLnBrk="0" fontAlgn="base" hangingPunct="0">
      <a:spcBef>
        <a:spcPct val="0"/>
      </a:spcBef>
      <a:spcAft>
        <a:spcPct val="0"/>
      </a:spcAft>
      <a:defRPr sz="2400" b="1" kern="1200">
        <a:solidFill>
          <a:schemeClr val="tx1"/>
        </a:solidFill>
        <a:latin typeface="Arial" charset="0"/>
        <a:ea typeface="ＭＳ Ｐゴシック" charset="-128"/>
        <a:cs typeface="+mn-cs"/>
      </a:defRPr>
    </a:lvl1pPr>
    <a:lvl2pPr marL="457200" algn="l" rtl="0" eaLnBrk="0" fontAlgn="base" hangingPunct="0">
      <a:spcBef>
        <a:spcPct val="0"/>
      </a:spcBef>
      <a:spcAft>
        <a:spcPct val="0"/>
      </a:spcAft>
      <a:defRPr sz="2400" b="1" kern="1200">
        <a:solidFill>
          <a:schemeClr val="tx1"/>
        </a:solidFill>
        <a:latin typeface="Arial" charset="0"/>
        <a:ea typeface="ＭＳ Ｐゴシック" charset="-128"/>
        <a:cs typeface="+mn-cs"/>
      </a:defRPr>
    </a:lvl2pPr>
    <a:lvl3pPr marL="914400" algn="l" rtl="0" eaLnBrk="0" fontAlgn="base" hangingPunct="0">
      <a:spcBef>
        <a:spcPct val="0"/>
      </a:spcBef>
      <a:spcAft>
        <a:spcPct val="0"/>
      </a:spcAft>
      <a:defRPr sz="2400" b="1" kern="1200">
        <a:solidFill>
          <a:schemeClr val="tx1"/>
        </a:solidFill>
        <a:latin typeface="Arial" charset="0"/>
        <a:ea typeface="ＭＳ Ｐゴシック" charset="-128"/>
        <a:cs typeface="+mn-cs"/>
      </a:defRPr>
    </a:lvl3pPr>
    <a:lvl4pPr marL="1371600" algn="l" rtl="0" eaLnBrk="0" fontAlgn="base" hangingPunct="0">
      <a:spcBef>
        <a:spcPct val="0"/>
      </a:spcBef>
      <a:spcAft>
        <a:spcPct val="0"/>
      </a:spcAft>
      <a:defRPr sz="2400" b="1" kern="1200">
        <a:solidFill>
          <a:schemeClr val="tx1"/>
        </a:solidFill>
        <a:latin typeface="Arial" charset="0"/>
        <a:ea typeface="ＭＳ Ｐゴシック" charset="-128"/>
        <a:cs typeface="+mn-cs"/>
      </a:defRPr>
    </a:lvl4pPr>
    <a:lvl5pPr marL="1828800" algn="l" rtl="0" eaLnBrk="0" fontAlgn="base" hangingPunct="0">
      <a:spcBef>
        <a:spcPct val="0"/>
      </a:spcBef>
      <a:spcAft>
        <a:spcPct val="0"/>
      </a:spcAft>
      <a:defRPr sz="2400" b="1" kern="1200">
        <a:solidFill>
          <a:schemeClr val="tx1"/>
        </a:solidFill>
        <a:latin typeface="Arial" charset="0"/>
        <a:ea typeface="ＭＳ Ｐゴシック" charset="-128"/>
        <a:cs typeface="+mn-cs"/>
      </a:defRPr>
    </a:lvl5pPr>
    <a:lvl6pPr marL="2286000" algn="l" defTabSz="914400" rtl="0" eaLnBrk="1" latinLnBrk="0" hangingPunct="1">
      <a:defRPr sz="2400" b="1" kern="1200">
        <a:solidFill>
          <a:schemeClr val="tx1"/>
        </a:solidFill>
        <a:latin typeface="Arial" charset="0"/>
        <a:ea typeface="ＭＳ Ｐゴシック" charset="-128"/>
        <a:cs typeface="+mn-cs"/>
      </a:defRPr>
    </a:lvl6pPr>
    <a:lvl7pPr marL="2743200" algn="l" defTabSz="914400" rtl="0" eaLnBrk="1" latinLnBrk="0" hangingPunct="1">
      <a:defRPr sz="2400" b="1" kern="1200">
        <a:solidFill>
          <a:schemeClr val="tx1"/>
        </a:solidFill>
        <a:latin typeface="Arial" charset="0"/>
        <a:ea typeface="ＭＳ Ｐゴシック" charset="-128"/>
        <a:cs typeface="+mn-cs"/>
      </a:defRPr>
    </a:lvl7pPr>
    <a:lvl8pPr marL="3200400" algn="l" defTabSz="914400" rtl="0" eaLnBrk="1" latinLnBrk="0" hangingPunct="1">
      <a:defRPr sz="2400" b="1" kern="1200">
        <a:solidFill>
          <a:schemeClr val="tx1"/>
        </a:solidFill>
        <a:latin typeface="Arial" charset="0"/>
        <a:ea typeface="ＭＳ Ｐゴシック" charset="-128"/>
        <a:cs typeface="+mn-cs"/>
      </a:defRPr>
    </a:lvl8pPr>
    <a:lvl9pPr marL="3657600" algn="l" defTabSz="914400" rtl="0" eaLnBrk="1" latinLnBrk="0" hangingPunct="1">
      <a:defRPr sz="2400" b="1" kern="1200">
        <a:solidFill>
          <a:schemeClr val="tx1"/>
        </a:solidFill>
        <a:latin typeface="Arial" charset="0"/>
        <a:ea typeface="ＭＳ Ｐゴシック" charset="-128"/>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48F"/>
    <a:srgbClr val="FF00FF"/>
    <a:srgbClr val="FF3300"/>
    <a:srgbClr val="E46C0A"/>
    <a:srgbClr val="909090"/>
    <a:srgbClr val="615C5C"/>
    <a:srgbClr val="939393"/>
    <a:srgbClr val="00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105" autoAdjust="0"/>
    <p:restoredTop sz="95560" autoAdjust="0"/>
  </p:normalViewPr>
  <p:slideViewPr>
    <p:cSldViewPr>
      <p:cViewPr>
        <p:scale>
          <a:sx n="75" d="100"/>
          <a:sy n="75" d="100"/>
        </p:scale>
        <p:origin x="-1266" y="-72"/>
      </p:cViewPr>
      <p:guideLst>
        <p:guide orient="horz" pos="480"/>
        <p:guide orient="horz" pos="2448"/>
        <p:guide orient="horz" pos="1152"/>
        <p:guide orient="horz" pos="720"/>
        <p:guide orient="horz" pos="912"/>
        <p:guide orient="horz" pos="3888"/>
        <p:guide orient="horz" pos="3600"/>
        <p:guide pos="2880"/>
        <p:guide pos="336"/>
        <p:guide pos="4896"/>
        <p:guide pos="5424"/>
        <p:guide pos="3408"/>
        <p:guide pos="316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p:scale>
          <a:sx n="150" d="100"/>
          <a:sy n="150" d="100"/>
        </p:scale>
        <p:origin x="-492" y="-72"/>
      </p:cViewPr>
      <p:guideLst>
        <p:guide orient="horz" pos="3131"/>
        <p:guide pos="214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1138" name="Rectangle 2"/>
          <p:cNvSpPr>
            <a:spLocks noGrp="1" noChangeArrowheads="1"/>
          </p:cNvSpPr>
          <p:nvPr>
            <p:ph type="hdr" sz="quarter"/>
          </p:nvPr>
        </p:nvSpPr>
        <p:spPr bwMode="auto">
          <a:xfrm>
            <a:off x="0" y="0"/>
            <a:ext cx="2949575"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ea typeface="ＭＳ Ｐゴシック" pitchFamily="1" charset="-128"/>
              </a:defRPr>
            </a:lvl1pPr>
          </a:lstStyle>
          <a:p>
            <a:pPr>
              <a:defRPr/>
            </a:pPr>
            <a:endParaRPr lang="en-US"/>
          </a:p>
        </p:txBody>
      </p:sp>
      <p:sp>
        <p:nvSpPr>
          <p:cNvPr id="91139" name="Rectangle 3"/>
          <p:cNvSpPr>
            <a:spLocks noGrp="1" noChangeArrowheads="1"/>
          </p:cNvSpPr>
          <p:nvPr>
            <p:ph type="dt" sz="quarter" idx="1"/>
          </p:nvPr>
        </p:nvSpPr>
        <p:spPr bwMode="auto">
          <a:xfrm>
            <a:off x="3856038" y="0"/>
            <a:ext cx="2949575"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ea typeface="ＭＳ Ｐゴシック" pitchFamily="1" charset="-128"/>
              </a:defRPr>
            </a:lvl1pPr>
          </a:lstStyle>
          <a:p>
            <a:pPr>
              <a:defRPr/>
            </a:pPr>
            <a:fld id="{E7D06B1D-D8B2-4B68-84C2-2C4B2550E85D}" type="datetime1">
              <a:rPr lang="en-US"/>
              <a:pPr>
                <a:defRPr/>
              </a:pPr>
              <a:t>8/23/2021</a:t>
            </a:fld>
            <a:endParaRPr lang="en-US"/>
          </a:p>
        </p:txBody>
      </p:sp>
      <p:sp>
        <p:nvSpPr>
          <p:cNvPr id="91140" name="Rectangle 4"/>
          <p:cNvSpPr>
            <a:spLocks noGrp="1" noChangeArrowheads="1"/>
          </p:cNvSpPr>
          <p:nvPr>
            <p:ph type="ftr" sz="quarter" idx="2"/>
          </p:nvPr>
        </p:nvSpPr>
        <p:spPr bwMode="auto">
          <a:xfrm>
            <a:off x="0" y="9442450"/>
            <a:ext cx="2949575"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ea typeface="ＭＳ Ｐゴシック" pitchFamily="1" charset="-128"/>
              </a:defRPr>
            </a:lvl1pPr>
          </a:lstStyle>
          <a:p>
            <a:pPr>
              <a:defRPr/>
            </a:pPr>
            <a:endParaRPr lang="en-US"/>
          </a:p>
        </p:txBody>
      </p:sp>
      <p:sp>
        <p:nvSpPr>
          <p:cNvPr id="91141" name="Rectangle 5"/>
          <p:cNvSpPr>
            <a:spLocks noGrp="1" noChangeArrowheads="1"/>
          </p:cNvSpPr>
          <p:nvPr>
            <p:ph type="sldNum" sz="quarter" idx="3"/>
          </p:nvPr>
        </p:nvSpPr>
        <p:spPr bwMode="auto">
          <a:xfrm>
            <a:off x="3856038" y="9442450"/>
            <a:ext cx="2949575"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ea typeface="ＭＳ Ｐゴシック" pitchFamily="1" charset="-128"/>
              </a:defRPr>
            </a:lvl1pPr>
          </a:lstStyle>
          <a:p>
            <a:pPr>
              <a:defRPr/>
            </a:pPr>
            <a:fld id="{9DE99EB6-CEDE-4D1B-B33C-CE297364222C}" type="slidenum">
              <a:rPr lang="en-US"/>
              <a:pPr>
                <a:defRPr/>
              </a:pPr>
              <a:t>‹#›</a:t>
            </a:fld>
            <a:endParaRPr lang="en-US"/>
          </a:p>
        </p:txBody>
      </p:sp>
    </p:spTree>
    <p:extLst>
      <p:ext uri="{BB962C8B-B14F-4D97-AF65-F5344CB8AC3E}">
        <p14:creationId xmlns:p14="http://schemas.microsoft.com/office/powerpoint/2010/main" val="30298675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49575" cy="4968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200" b="0">
                <a:latin typeface="Arial" charset="0"/>
                <a:ea typeface="ＭＳ Ｐゴシック" pitchFamily="1" charset="-128"/>
              </a:defRPr>
            </a:lvl1pPr>
          </a:lstStyle>
          <a:p>
            <a:pPr>
              <a:defRPr/>
            </a:pPr>
            <a:endParaRPr lang="en-US"/>
          </a:p>
        </p:txBody>
      </p:sp>
      <p:sp>
        <p:nvSpPr>
          <p:cNvPr id="4099" name="Rectangle 3"/>
          <p:cNvSpPr>
            <a:spLocks noGrp="1" noChangeArrowheads="1"/>
          </p:cNvSpPr>
          <p:nvPr>
            <p:ph type="dt" idx="1"/>
          </p:nvPr>
        </p:nvSpPr>
        <p:spPr bwMode="auto">
          <a:xfrm>
            <a:off x="3856038" y="0"/>
            <a:ext cx="2949575" cy="4968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200" b="0">
                <a:latin typeface="Arial" charset="0"/>
                <a:ea typeface="ＭＳ Ｐゴシック" pitchFamily="1" charset="-128"/>
              </a:defRPr>
            </a:lvl1pPr>
          </a:lstStyle>
          <a:p>
            <a:pPr>
              <a:defRPr/>
            </a:pPr>
            <a:fld id="{2BE5A956-F79D-4D99-8F93-6296B527E490}" type="datetime1">
              <a:rPr lang="en-US"/>
              <a:pPr>
                <a:defRPr/>
              </a:pPr>
              <a:t>8/23/2021</a:t>
            </a:fld>
            <a:endParaRPr lang="en-US"/>
          </a:p>
        </p:txBody>
      </p:sp>
      <p:sp>
        <p:nvSpPr>
          <p:cNvPr id="33796" name="Rectangle 4"/>
          <p:cNvSpPr>
            <a:spLocks noGrp="1" noRot="1" noChangeAspect="1" noChangeArrowheads="1" noTextEdit="1"/>
          </p:cNvSpPr>
          <p:nvPr>
            <p:ph type="sldImg" idx="2"/>
          </p:nvPr>
        </p:nvSpPr>
        <p:spPr bwMode="auto">
          <a:xfrm>
            <a:off x="920750" y="746125"/>
            <a:ext cx="4965700" cy="3725863"/>
          </a:xfrm>
          <a:prstGeom prst="rect">
            <a:avLst/>
          </a:prstGeom>
          <a:noFill/>
          <a:ln w="9525">
            <a:solidFill>
              <a:srgbClr val="000000"/>
            </a:solidFill>
            <a:miter lim="800000"/>
            <a:headEnd/>
            <a:tailEnd/>
          </a:ln>
        </p:spPr>
      </p:sp>
      <p:sp>
        <p:nvSpPr>
          <p:cNvPr id="4101" name="Rectangle 5"/>
          <p:cNvSpPr>
            <a:spLocks noGrp="1" noChangeArrowheads="1"/>
          </p:cNvSpPr>
          <p:nvPr>
            <p:ph type="body" sz="quarter" idx="3"/>
          </p:nvPr>
        </p:nvSpPr>
        <p:spPr bwMode="auto">
          <a:xfrm>
            <a:off x="908050" y="4721225"/>
            <a:ext cx="4989513" cy="447198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102" name="Rectangle 6"/>
          <p:cNvSpPr>
            <a:spLocks noGrp="1" noChangeArrowheads="1"/>
          </p:cNvSpPr>
          <p:nvPr>
            <p:ph type="ftr" sz="quarter" idx="4"/>
          </p:nvPr>
        </p:nvSpPr>
        <p:spPr bwMode="auto">
          <a:xfrm>
            <a:off x="0" y="9442450"/>
            <a:ext cx="2949575" cy="496888"/>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defRPr sz="1200" b="0">
                <a:latin typeface="Arial" charset="0"/>
                <a:ea typeface="ＭＳ Ｐゴシック" pitchFamily="1" charset="-128"/>
              </a:defRPr>
            </a:lvl1pPr>
          </a:lstStyle>
          <a:p>
            <a:pPr>
              <a:defRPr/>
            </a:pPr>
            <a:endParaRPr lang="en-US"/>
          </a:p>
        </p:txBody>
      </p:sp>
      <p:sp>
        <p:nvSpPr>
          <p:cNvPr id="4103" name="Rectangle 7"/>
          <p:cNvSpPr>
            <a:spLocks noGrp="1" noChangeArrowheads="1"/>
          </p:cNvSpPr>
          <p:nvPr>
            <p:ph type="sldNum" sz="quarter" idx="5"/>
          </p:nvPr>
        </p:nvSpPr>
        <p:spPr bwMode="auto">
          <a:xfrm>
            <a:off x="3856038" y="9442450"/>
            <a:ext cx="2949575" cy="496888"/>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defRPr sz="1200" b="0">
                <a:latin typeface="Arial" charset="0"/>
                <a:ea typeface="ＭＳ Ｐゴシック" pitchFamily="16" charset="-128"/>
              </a:defRPr>
            </a:lvl1pPr>
          </a:lstStyle>
          <a:p>
            <a:pPr>
              <a:defRPr/>
            </a:pPr>
            <a:fld id="{2FC36C76-B5C8-4AD9-9647-C549E0ADBD5F}" type="slidenum">
              <a:rPr lang="en-US"/>
              <a:pPr>
                <a:defRPr/>
              </a:pPr>
              <a:t>‹#›</a:t>
            </a:fld>
            <a:endParaRPr lang="en-US"/>
          </a:p>
        </p:txBody>
      </p:sp>
      <p:sp>
        <p:nvSpPr>
          <p:cNvPr id="30728" name="Text Box 8"/>
          <p:cNvSpPr txBox="1">
            <a:spLocks noChangeArrowheads="1"/>
          </p:cNvSpPr>
          <p:nvPr/>
        </p:nvSpPr>
        <p:spPr bwMode="auto">
          <a:xfrm>
            <a:off x="869950" y="9028113"/>
            <a:ext cx="5065713" cy="538162"/>
          </a:xfrm>
          <a:prstGeom prst="rect">
            <a:avLst/>
          </a:prstGeom>
          <a:noFill/>
          <a:ln w="9525">
            <a:noFill/>
            <a:miter lim="800000"/>
            <a:headEnd/>
            <a:tailEnd/>
          </a:ln>
          <a:effectLst/>
        </p:spPr>
        <p:txBody>
          <a:bodyPr lIns="0" tIns="0" rIns="0" bIns="0" anchor="b">
            <a:spAutoFit/>
          </a:bodyPr>
          <a:lstStyle/>
          <a:p>
            <a:pPr eaLnBrk="1" hangingPunct="1">
              <a:defRPr/>
            </a:pPr>
            <a:r>
              <a:rPr lang="en-US" sz="700" b="0">
                <a:ea typeface="ＭＳ Ｐゴシック" pitchFamily="48" charset="-128"/>
              </a:rPr>
              <a:t>©2008 Microsoft Corporation. All rights reserved.</a:t>
            </a:r>
          </a:p>
          <a:p>
            <a:pPr eaLnBrk="1" hangingPunct="1">
              <a:defRPr/>
            </a:pPr>
            <a:r>
              <a:rPr lang="en-US" sz="700" b="0">
                <a:ea typeface="ＭＳ Ｐゴシック" pitchFamily="48" charset="-128"/>
              </a:rPr>
              <a:t>This presentation is for informational purposes only. Microsoft makes no warranties, express or implied, in this summary.</a:t>
            </a:r>
            <a:endParaRPr lang="en-GB" sz="700" b="0">
              <a:solidFill>
                <a:srgbClr val="000000"/>
              </a:solidFill>
              <a:ea typeface="ＭＳ Ｐゴシック" pitchFamily="48" charset="-128"/>
            </a:endParaRPr>
          </a:p>
          <a:p>
            <a:pPr eaLnBrk="1" hangingPunct="1">
              <a:defRPr/>
            </a:pPr>
            <a:r>
              <a:rPr lang="en-GB" sz="700" b="0">
                <a:solidFill>
                  <a:srgbClr val="000000"/>
                </a:solidFill>
                <a:ea typeface="ＭＳ Ｐゴシック" pitchFamily="48" charset="-128"/>
              </a:rPr>
              <a:t>Microsoft, the Microsoft logo, Microsoft Live@edu, Windows Live, Hotmail, Microsoft Office, Outlook, and SmartScreen are either registered trademarks or trademarks of Microsoft Corporation in the United States and/or other countries. 11282-0308/MS-APAC</a:t>
            </a:r>
            <a:endParaRPr lang="en-US" sz="700">
              <a:ea typeface="ＭＳ Ｐゴシック" pitchFamily="48" charset="-128"/>
            </a:endParaRPr>
          </a:p>
        </p:txBody>
      </p:sp>
    </p:spTree>
    <p:extLst>
      <p:ext uri="{BB962C8B-B14F-4D97-AF65-F5344CB8AC3E}">
        <p14:creationId xmlns:p14="http://schemas.microsoft.com/office/powerpoint/2010/main" val="262302367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pitchFamily="16" charset="-128"/>
        <a:cs typeface="+mn-cs"/>
      </a:defRPr>
    </a:lvl1pPr>
    <a:lvl2pPr marL="457200" algn="l" rtl="0" eaLnBrk="0" fontAlgn="base" hangingPunct="0">
      <a:spcBef>
        <a:spcPct val="30000"/>
      </a:spcBef>
      <a:spcAft>
        <a:spcPct val="0"/>
      </a:spcAft>
      <a:defRPr sz="1200" kern="1200">
        <a:solidFill>
          <a:schemeClr val="tx1"/>
        </a:solidFill>
        <a:latin typeface="Arial" charset="0"/>
        <a:ea typeface="ＭＳ Ｐゴシック" pitchFamily="16"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pitchFamily="16"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pitchFamily="16"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pitchFamily="1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p:spPr>
        <p:txBody>
          <a:bodyPr/>
          <a:lstStyle/>
          <a:p>
            <a:fld id="{ECCDA592-0334-416B-A302-BF156FC4FD65}" type="slidenum">
              <a:rPr lang="en-US" smtClean="0">
                <a:ea typeface="ＭＳ Ｐゴシック" charset="-128"/>
              </a:rPr>
              <a:pPr/>
              <a:t>1</a:t>
            </a:fld>
            <a:endParaRPr lang="en-US" smtClean="0">
              <a:ea typeface="ＭＳ Ｐゴシック" charset="-128"/>
            </a:endParaRPr>
          </a:p>
        </p:txBody>
      </p:sp>
      <p:sp>
        <p:nvSpPr>
          <p:cNvPr id="34819" name="Rectangle 7"/>
          <p:cNvSpPr txBox="1">
            <a:spLocks noGrp="1" noChangeArrowheads="1"/>
          </p:cNvSpPr>
          <p:nvPr/>
        </p:nvSpPr>
        <p:spPr bwMode="auto">
          <a:xfrm>
            <a:off x="3856038" y="9442450"/>
            <a:ext cx="2949575" cy="496888"/>
          </a:xfrm>
          <a:prstGeom prst="rect">
            <a:avLst/>
          </a:prstGeom>
          <a:noFill/>
          <a:ln w="9525">
            <a:noFill/>
            <a:miter lim="800000"/>
            <a:headEnd/>
            <a:tailEnd/>
          </a:ln>
        </p:spPr>
        <p:txBody>
          <a:bodyPr anchor="b"/>
          <a:lstStyle/>
          <a:p>
            <a:pPr algn="r"/>
            <a:fld id="{C3FE4478-BA13-443C-95B4-F3C13F14C7B2}" type="slidenum">
              <a:rPr lang="en-US" sz="1200" b="0"/>
              <a:pPr algn="r"/>
              <a:t>1</a:t>
            </a:fld>
            <a:endParaRPr lang="en-US" sz="1200" b="0"/>
          </a:p>
        </p:txBody>
      </p:sp>
      <p:sp>
        <p:nvSpPr>
          <p:cNvPr id="34820" name="Rectangle 2"/>
          <p:cNvSpPr>
            <a:spLocks noGrp="1" noRot="1" noChangeAspect="1" noChangeArrowheads="1" noTextEdit="1"/>
          </p:cNvSpPr>
          <p:nvPr>
            <p:ph type="sldImg"/>
          </p:nvPr>
        </p:nvSpPr>
        <p:spPr>
          <a:solidFill>
            <a:srgbClr val="FFFFFF"/>
          </a:solidFill>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p>
            <a:fld id="{227815FE-0675-4990-B98D-8408837F914A}" type="slidenum">
              <a:rPr lang="en-US" smtClean="0">
                <a:ea typeface="ＭＳ Ｐゴシック" charset="-128"/>
              </a:rPr>
              <a:pPr/>
              <a:t>2</a:t>
            </a:fld>
            <a:endParaRPr lang="en-US" smtClean="0">
              <a:ea typeface="ＭＳ Ｐゴシック" charset="-128"/>
            </a:endParaRPr>
          </a:p>
        </p:txBody>
      </p:sp>
      <p:sp>
        <p:nvSpPr>
          <p:cNvPr id="35843" name="Slide Image Placeholder 1"/>
          <p:cNvSpPr>
            <a:spLocks noGrp="1" noRot="1" noChangeAspect="1" noTextEdit="1"/>
          </p:cNvSpPr>
          <p:nvPr>
            <p:ph type="sldImg"/>
          </p:nvPr>
        </p:nvSpPr>
        <p:spPr>
          <a:solidFill>
            <a:srgbClr val="FFFFFF"/>
          </a:solidFill>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2FC36C76-B5C8-4AD9-9647-C549E0ADBD5F}" type="slidenum">
              <a:rPr lang="en-US" smtClean="0"/>
              <a:pPr>
                <a:defRPr/>
              </a:pPr>
              <a:t>23</a:t>
            </a:fld>
            <a:endParaRPr lang="en-US"/>
          </a:p>
        </p:txBody>
      </p:sp>
    </p:spTree>
    <p:extLst>
      <p:ext uri="{BB962C8B-B14F-4D97-AF65-F5344CB8AC3E}">
        <p14:creationId xmlns:p14="http://schemas.microsoft.com/office/powerpoint/2010/main" val="6906455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2FC36C76-B5C8-4AD9-9647-C549E0ADBD5F}" type="slidenum">
              <a:rPr lang="en-US" smtClean="0"/>
              <a:pPr>
                <a:defRPr/>
              </a:pPr>
              <a:t>24</a:t>
            </a:fld>
            <a:endParaRPr lang="en-US"/>
          </a:p>
        </p:txBody>
      </p:sp>
    </p:spTree>
    <p:extLst>
      <p:ext uri="{BB962C8B-B14F-4D97-AF65-F5344CB8AC3E}">
        <p14:creationId xmlns:p14="http://schemas.microsoft.com/office/powerpoint/2010/main" val="28625113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2FC36C76-B5C8-4AD9-9647-C549E0ADBD5F}" type="slidenum">
              <a:rPr lang="en-US" smtClean="0"/>
              <a:pPr>
                <a:defRPr/>
              </a:pPr>
              <a:t>25</a:t>
            </a:fld>
            <a:endParaRPr lang="en-US"/>
          </a:p>
        </p:txBody>
      </p:sp>
    </p:spTree>
    <p:extLst>
      <p:ext uri="{BB962C8B-B14F-4D97-AF65-F5344CB8AC3E}">
        <p14:creationId xmlns:p14="http://schemas.microsoft.com/office/powerpoint/2010/main" val="40858661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2FC36C76-B5C8-4AD9-9647-C549E0ADBD5F}" type="slidenum">
              <a:rPr lang="en-US" smtClean="0"/>
              <a:pPr>
                <a:defRPr/>
              </a:pPr>
              <a:t>26</a:t>
            </a:fld>
            <a:endParaRPr lang="en-US"/>
          </a:p>
        </p:txBody>
      </p:sp>
    </p:spTree>
    <p:extLst>
      <p:ext uri="{BB962C8B-B14F-4D97-AF65-F5344CB8AC3E}">
        <p14:creationId xmlns:p14="http://schemas.microsoft.com/office/powerpoint/2010/main" val="121315352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1_Title Slide">
    <p:spTree>
      <p:nvGrpSpPr>
        <p:cNvPr id="1" name=""/>
        <p:cNvGrpSpPr/>
        <p:nvPr/>
      </p:nvGrpSpPr>
      <p:grpSpPr>
        <a:xfrm>
          <a:off x="0" y="0"/>
          <a:ext cx="0" cy="0"/>
          <a:chOff x="0" y="0"/>
          <a:chExt cx="0" cy="0"/>
        </a:xfrm>
      </p:grpSpPr>
      <p:pic>
        <p:nvPicPr>
          <p:cNvPr id="4" name="Picture 66" descr="banner"/>
          <p:cNvPicPr>
            <a:picLocks noChangeAspect="1" noChangeArrowheads="1"/>
          </p:cNvPicPr>
          <p:nvPr userDrawn="1"/>
        </p:nvPicPr>
        <p:blipFill>
          <a:blip r:embed="rId2"/>
          <a:srcRect/>
          <a:stretch>
            <a:fillRect/>
          </a:stretch>
        </p:blipFill>
        <p:spPr bwMode="auto">
          <a:xfrm>
            <a:off x="0" y="6172200"/>
            <a:ext cx="9144000" cy="685800"/>
          </a:xfrm>
          <a:prstGeom prst="rect">
            <a:avLst/>
          </a:prstGeom>
          <a:noFill/>
          <a:ln w="9525">
            <a:noFill/>
            <a:miter lim="800000"/>
            <a:headEnd/>
            <a:tailEnd/>
          </a:ln>
        </p:spPr>
      </p:pic>
      <p:pic>
        <p:nvPicPr>
          <p:cNvPr id="5" name="Picture 65" descr="banner"/>
          <p:cNvPicPr>
            <a:picLocks noChangeAspect="1" noChangeArrowheads="1"/>
          </p:cNvPicPr>
          <p:nvPr userDrawn="1"/>
        </p:nvPicPr>
        <p:blipFill>
          <a:blip r:embed="rId3"/>
          <a:srcRect/>
          <a:stretch>
            <a:fillRect/>
          </a:stretch>
        </p:blipFill>
        <p:spPr bwMode="auto">
          <a:xfrm>
            <a:off x="0" y="74613"/>
            <a:ext cx="9144000" cy="687387"/>
          </a:xfrm>
          <a:prstGeom prst="rect">
            <a:avLst/>
          </a:prstGeom>
          <a:noFill/>
          <a:ln w="9525">
            <a:noFill/>
            <a:miter lim="800000"/>
            <a:headEnd/>
            <a:tailEnd/>
          </a:ln>
        </p:spPr>
      </p:pic>
      <p:sp>
        <p:nvSpPr>
          <p:cNvPr id="6" name="Rectangle 67590"/>
          <p:cNvSpPr>
            <a:spLocks noChangeArrowheads="1"/>
          </p:cNvSpPr>
          <p:nvPr userDrawn="1"/>
        </p:nvSpPr>
        <p:spPr bwMode="auto">
          <a:xfrm>
            <a:off x="0" y="0"/>
            <a:ext cx="9144000" cy="76200"/>
          </a:xfrm>
          <a:prstGeom prst="rect">
            <a:avLst/>
          </a:prstGeom>
          <a:gradFill rotWithShape="1">
            <a:gsLst>
              <a:gs pos="0">
                <a:srgbClr val="0099FF">
                  <a:gamma/>
                  <a:tint val="0"/>
                  <a:invGamma/>
                </a:srgbClr>
              </a:gs>
              <a:gs pos="100000">
                <a:srgbClr val="0099FF">
                  <a:alpha val="25000"/>
                </a:srgbClr>
              </a:gs>
            </a:gsLst>
            <a:lin ang="0" scaled="1"/>
          </a:gradFill>
          <a:ln w="9525">
            <a:noFill/>
            <a:miter lim="800000"/>
            <a:headEnd/>
            <a:tailEnd/>
          </a:ln>
        </p:spPr>
        <p:txBody>
          <a:bodyPr wrap="none" lIns="0" tIns="0" rIns="0" bIns="0" anchor="ctr"/>
          <a:lstStyle/>
          <a:p>
            <a:pPr eaLnBrk="1" hangingPunct="1">
              <a:defRPr/>
            </a:pPr>
            <a:endParaRPr lang="en-US" sz="1800" b="0">
              <a:solidFill>
                <a:srgbClr val="000000"/>
              </a:solidFill>
              <a:latin typeface="Segoe" pitchFamily="8" charset="0"/>
              <a:ea typeface="+mn-ea"/>
            </a:endParaRPr>
          </a:p>
        </p:txBody>
      </p:sp>
      <p:sp>
        <p:nvSpPr>
          <p:cNvPr id="7" name="Rectangle 6"/>
          <p:cNvSpPr>
            <a:spLocks noChangeArrowheads="1"/>
          </p:cNvSpPr>
          <p:nvPr userDrawn="1"/>
        </p:nvSpPr>
        <p:spPr bwMode="auto">
          <a:xfrm>
            <a:off x="381000" y="6526213"/>
            <a:ext cx="592138" cy="331787"/>
          </a:xfrm>
          <a:prstGeom prst="rect">
            <a:avLst/>
          </a:prstGeom>
          <a:noFill/>
          <a:ln w="9525" algn="ctr">
            <a:noFill/>
            <a:miter lim="800000"/>
            <a:headEnd/>
            <a:tailEnd/>
          </a:ln>
        </p:spPr>
        <p:txBody>
          <a:bodyPr/>
          <a:lstStyle/>
          <a:p>
            <a:pPr eaLnBrk="1" hangingPunct="1">
              <a:defRPr/>
            </a:pPr>
            <a:endParaRPr lang="en-US" sz="1000" b="0">
              <a:ea typeface="ＭＳ Ｐゴシック" pitchFamily="16" charset="-128"/>
            </a:endParaRPr>
          </a:p>
        </p:txBody>
      </p:sp>
      <p:sp>
        <p:nvSpPr>
          <p:cNvPr id="8" name="Rectangle 67589"/>
          <p:cNvSpPr>
            <a:spLocks noChangeArrowheads="1"/>
          </p:cNvSpPr>
          <p:nvPr userDrawn="1"/>
        </p:nvSpPr>
        <p:spPr bwMode="auto">
          <a:xfrm>
            <a:off x="450850" y="6450013"/>
            <a:ext cx="592138" cy="331787"/>
          </a:xfrm>
          <a:prstGeom prst="rect">
            <a:avLst/>
          </a:prstGeom>
          <a:noFill/>
          <a:ln w="9525" algn="ctr">
            <a:noFill/>
            <a:miter lim="800000"/>
            <a:headEnd/>
            <a:tailEnd/>
          </a:ln>
        </p:spPr>
        <p:txBody>
          <a:bodyPr/>
          <a:lstStyle/>
          <a:p>
            <a:pPr eaLnBrk="1" hangingPunct="1">
              <a:defRPr/>
            </a:pPr>
            <a:fld id="{431DBC19-DD8C-4BA4-875B-F96216C84717}" type="slidenum">
              <a:rPr lang="en-US" sz="1000" b="0">
                <a:solidFill>
                  <a:schemeClr val="bg1"/>
                </a:solidFill>
                <a:ea typeface="ＭＳ Ｐゴシック" pitchFamily="1" charset="-128"/>
              </a:rPr>
              <a:pPr eaLnBrk="1" hangingPunct="1">
                <a:defRPr/>
              </a:pPr>
              <a:t>‹#›</a:t>
            </a:fld>
            <a:endParaRPr lang="en-US" sz="1000" b="0">
              <a:solidFill>
                <a:schemeClr val="bg1"/>
              </a:solidFill>
              <a:ea typeface="ＭＳ Ｐゴシック" pitchFamily="1" charset="-128"/>
            </a:endParaRPr>
          </a:p>
          <a:p>
            <a:pPr eaLnBrk="1" hangingPunct="1">
              <a:defRPr/>
            </a:pPr>
            <a:endParaRPr lang="en-US" sz="1000" b="0">
              <a:ea typeface="ＭＳ Ｐゴシック" pitchFamily="1" charset="-128"/>
            </a:endParaRPr>
          </a:p>
        </p:txBody>
      </p:sp>
      <p:sp>
        <p:nvSpPr>
          <p:cNvPr id="68613" name="Rectangle 21"/>
          <p:cNvSpPr>
            <a:spLocks noGrp="1" noChangeArrowheads="1"/>
          </p:cNvSpPr>
          <p:nvPr>
            <p:ph type="subTitle" idx="1"/>
          </p:nvPr>
        </p:nvSpPr>
        <p:spPr>
          <a:xfrm>
            <a:off x="1371600" y="3886200"/>
            <a:ext cx="6400800" cy="1752600"/>
          </a:xfrm>
        </p:spPr>
        <p:txBody>
          <a:bodyPr/>
          <a:lstStyle>
            <a:lvl1pPr marL="0" indent="0" algn="ctr">
              <a:buFontTx/>
              <a:buNone/>
              <a:defRPr smtClean="0"/>
            </a:lvl1pPr>
          </a:lstStyle>
          <a:p>
            <a:r>
              <a:rPr lang="en-US" smtClean="0"/>
              <a:t>Click to edit Master subtitle style</a:t>
            </a:r>
          </a:p>
        </p:txBody>
      </p:sp>
      <p:sp>
        <p:nvSpPr>
          <p:cNvPr id="68619" name="Rectangle 11"/>
          <p:cNvSpPr>
            <a:spLocks noGrp="1" noChangeArrowheads="1"/>
          </p:cNvSpPr>
          <p:nvPr>
            <p:ph type="ctrTitle"/>
          </p:nvPr>
        </p:nvSpPr>
        <p:spPr>
          <a:xfrm>
            <a:off x="685800" y="2286000"/>
            <a:ext cx="7772400" cy="1143000"/>
          </a:xfrm>
        </p:spPr>
        <p:txBody>
          <a:bodyPr/>
          <a:lstStyle>
            <a:lvl1pPr>
              <a:defRPr smtClean="0"/>
            </a:lvl1pPr>
          </a:lstStyle>
          <a:p>
            <a:r>
              <a:rPr lang="en-US" dirty="0" smtClean="0"/>
              <a:t>Click to edit Master title style</a:t>
            </a:r>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a:xfrm>
            <a:off x="533400" y="1752600"/>
            <a:ext cx="8077200" cy="4267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752600"/>
            <a:ext cx="3810000" cy="41513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752600"/>
            <a:ext cx="3810000" cy="41513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629275"/>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6292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07251CFF-E543-48D9-A5DE-452464674EFA}" type="datetimeFigureOut">
              <a:rPr lang="en-US"/>
              <a:pPr>
                <a:defRPr/>
              </a:pPr>
              <a:t>8/23/2021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8BDA3D3-6DBD-423C-BD79-1A3B4B87B44F}" type="slidenum">
              <a:rPr lang="en-US"/>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05FD52AD-A53A-461F-8F79-B480D1603A11}" type="datetimeFigureOut">
              <a:rPr lang="en-US"/>
              <a:pPr>
                <a:defRPr/>
              </a:pPr>
              <a:t>8/23/2021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35C96AF-1DDD-4A8C-9D2A-22620B02334E}" type="slidenum">
              <a:rPr lang="en-US"/>
              <a:pPr>
                <a:defRPr/>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E9159E4C-E943-4BFE-88DC-980EA47FC2EF}" type="datetimeFigureOut">
              <a:rPr lang="en-US"/>
              <a:pPr>
                <a:defRPr/>
              </a:pPr>
              <a:t>8/23/2021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2B7075C-65E6-45BE-BA6B-09EAADC7D780}" type="slidenum">
              <a:rPr lang="en-US"/>
              <a:pPr>
                <a:defRPr/>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BBB4656B-DE1D-481E-A197-4552E86F753A}" type="datetimeFigureOut">
              <a:rPr lang="en-US"/>
              <a:pPr>
                <a:defRPr/>
              </a:pPr>
              <a:t>8/23/2021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43B9CC7B-C4E0-4858-9B1A-EB1B6485A0D6}" type="slidenum">
              <a:rPr lang="en-US"/>
              <a:pPr>
                <a:defRPr/>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C5918B8E-C6F0-431A-9C49-BF46C430A65A}" type="datetimeFigureOut">
              <a:rPr lang="en-US"/>
              <a:pPr>
                <a:defRPr/>
              </a:pPr>
              <a:t>8/23/2021</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40349323-59BE-434C-9C5E-157D4C34143A}" type="slidenum">
              <a:rPr lang="en-US"/>
              <a:pPr>
                <a:defRPr/>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C144DA11-36CF-41C6-8C12-8ADE606AFE6C}" type="datetimeFigureOut">
              <a:rPr lang="en-US"/>
              <a:pPr>
                <a:defRPr/>
              </a:pPr>
              <a:t>8/23/2021</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F6C2B16C-CA42-4925-A039-1B42CBB31D5D}" type="slidenum">
              <a:rPr lang="en-US"/>
              <a:pPr>
                <a:defRPr/>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260BAAB6-D427-491F-B62A-92D51EB000C9}" type="datetimeFigureOut">
              <a:rPr lang="en-US"/>
              <a:pPr>
                <a:defRPr/>
              </a:pPr>
              <a:t>8/23/2021</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55ADF038-537A-4D5B-AC9A-7C8FBEF7E7C6}" type="slidenum">
              <a:rPr lang="en-US"/>
              <a:pPr>
                <a:defRPr/>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50942C64-7BE3-4C0B-84CB-915DFD8D2628}" type="datetimeFigureOut">
              <a:rPr lang="en-US"/>
              <a:pPr>
                <a:defRPr/>
              </a:pPr>
              <a:t>8/23/2021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6B22E39D-3015-43C3-A22E-0E66C222406E}" type="slidenum">
              <a:rPr lang="en-US"/>
              <a:pPr>
                <a:defRPr/>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B050F22E-6C1C-4F19-9F8E-B9DAE6D8C86F}" type="datetimeFigureOut">
              <a:rPr lang="en-US"/>
              <a:pPr>
                <a:defRPr/>
              </a:pPr>
              <a:t>8/23/2021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2F8C2A3C-8418-4404-B970-A10CDE10DD1E}" type="slidenum">
              <a:rPr lang="en-US"/>
              <a:pPr>
                <a:defRPr/>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F43A1F79-C340-4446-A571-77AF961C7DA5}" type="datetimeFigureOut">
              <a:rPr lang="en-US"/>
              <a:pPr>
                <a:defRPr/>
              </a:pPr>
              <a:t>8/23/2021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A239ED4-46B6-47E7-BF84-E2A4A1CB6099}" type="slidenum">
              <a:rPr lang="en-US"/>
              <a:pPr>
                <a:defRPr/>
              </a:pPr>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B4A816E4-2533-48D3-BD20-B40F8E51FC17}" type="datetimeFigureOut">
              <a:rPr lang="en-US"/>
              <a:pPr>
                <a:defRPr/>
              </a:pPr>
              <a:t>8/23/2021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42A5934-CE14-4CB1-A4AC-AA94E76FC247}"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66" descr="banner"/>
          <p:cNvPicPr>
            <a:picLocks noChangeAspect="1" noChangeArrowheads="1"/>
          </p:cNvPicPr>
          <p:nvPr userDrawn="1"/>
        </p:nvPicPr>
        <p:blipFill>
          <a:blip r:embed="rId14"/>
          <a:srcRect/>
          <a:stretch>
            <a:fillRect/>
          </a:stretch>
        </p:blipFill>
        <p:spPr bwMode="auto">
          <a:xfrm>
            <a:off x="0" y="6172200"/>
            <a:ext cx="9144000" cy="685800"/>
          </a:xfrm>
          <a:prstGeom prst="rect">
            <a:avLst/>
          </a:prstGeom>
          <a:noFill/>
          <a:ln w="9525">
            <a:noFill/>
            <a:miter lim="800000"/>
            <a:headEnd/>
            <a:tailEnd/>
          </a:ln>
        </p:spPr>
      </p:pic>
      <p:pic>
        <p:nvPicPr>
          <p:cNvPr id="1027" name="Picture 65" descr="banner"/>
          <p:cNvPicPr>
            <a:picLocks noChangeAspect="1" noChangeArrowheads="1"/>
          </p:cNvPicPr>
          <p:nvPr userDrawn="1"/>
        </p:nvPicPr>
        <p:blipFill>
          <a:blip r:embed="rId15"/>
          <a:srcRect/>
          <a:stretch>
            <a:fillRect/>
          </a:stretch>
        </p:blipFill>
        <p:spPr bwMode="auto">
          <a:xfrm>
            <a:off x="0" y="74613"/>
            <a:ext cx="9144000" cy="687387"/>
          </a:xfrm>
          <a:prstGeom prst="rect">
            <a:avLst/>
          </a:prstGeom>
          <a:noFill/>
          <a:ln w="9525">
            <a:noFill/>
            <a:miter lim="800000"/>
            <a:headEnd/>
            <a:tailEnd/>
          </a:ln>
        </p:spPr>
      </p:pic>
      <p:sp>
        <p:nvSpPr>
          <p:cNvPr id="17" name="Rectangle 67590"/>
          <p:cNvSpPr>
            <a:spLocks noChangeArrowheads="1"/>
          </p:cNvSpPr>
          <p:nvPr userDrawn="1"/>
        </p:nvSpPr>
        <p:spPr bwMode="auto">
          <a:xfrm>
            <a:off x="0" y="0"/>
            <a:ext cx="9144000" cy="76200"/>
          </a:xfrm>
          <a:prstGeom prst="rect">
            <a:avLst/>
          </a:prstGeom>
          <a:gradFill rotWithShape="1">
            <a:gsLst>
              <a:gs pos="0">
                <a:srgbClr val="0099FF">
                  <a:gamma/>
                  <a:tint val="0"/>
                  <a:invGamma/>
                </a:srgbClr>
              </a:gs>
              <a:gs pos="100000">
                <a:srgbClr val="0099FF">
                  <a:alpha val="25000"/>
                </a:srgbClr>
              </a:gs>
            </a:gsLst>
            <a:lin ang="0" scaled="1"/>
          </a:gradFill>
          <a:ln w="9525">
            <a:noFill/>
            <a:miter lim="800000"/>
            <a:headEnd/>
            <a:tailEnd/>
          </a:ln>
        </p:spPr>
        <p:txBody>
          <a:bodyPr wrap="none" lIns="0" tIns="0" rIns="0" bIns="0" anchor="ctr"/>
          <a:lstStyle/>
          <a:p>
            <a:pPr eaLnBrk="1" hangingPunct="1">
              <a:defRPr/>
            </a:pPr>
            <a:endParaRPr lang="en-US" sz="1800" b="0">
              <a:solidFill>
                <a:srgbClr val="000000"/>
              </a:solidFill>
            </a:endParaRPr>
          </a:p>
        </p:txBody>
      </p:sp>
      <p:sp>
        <p:nvSpPr>
          <p:cNvPr id="1029" name="Rectangle 21"/>
          <p:cNvSpPr>
            <a:spLocks noGrp="1" noChangeArrowheads="1"/>
          </p:cNvSpPr>
          <p:nvPr>
            <p:ph type="body" idx="1"/>
          </p:nvPr>
        </p:nvSpPr>
        <p:spPr bwMode="auto">
          <a:xfrm>
            <a:off x="533400" y="1371600"/>
            <a:ext cx="8077200" cy="43434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67590" name="Rectangle 67589"/>
          <p:cNvSpPr>
            <a:spLocks noChangeArrowheads="1"/>
          </p:cNvSpPr>
          <p:nvPr userDrawn="1"/>
        </p:nvSpPr>
        <p:spPr bwMode="auto">
          <a:xfrm>
            <a:off x="381000" y="6526213"/>
            <a:ext cx="592138" cy="331787"/>
          </a:xfrm>
          <a:prstGeom prst="rect">
            <a:avLst/>
          </a:prstGeom>
          <a:noFill/>
          <a:ln w="9525" algn="ctr">
            <a:noFill/>
            <a:miter lim="800000"/>
            <a:headEnd/>
            <a:tailEnd/>
          </a:ln>
        </p:spPr>
        <p:txBody>
          <a:bodyPr/>
          <a:lstStyle/>
          <a:p>
            <a:pPr eaLnBrk="1" hangingPunct="1">
              <a:defRPr/>
            </a:pPr>
            <a:endParaRPr lang="en-US" sz="1000" b="0">
              <a:ea typeface="ＭＳ Ｐゴシック" pitchFamily="16" charset="-128"/>
            </a:endParaRPr>
          </a:p>
        </p:txBody>
      </p:sp>
      <p:sp>
        <p:nvSpPr>
          <p:cNvPr id="2" name="Rectangle 67589"/>
          <p:cNvSpPr>
            <a:spLocks noChangeArrowheads="1"/>
          </p:cNvSpPr>
          <p:nvPr userDrawn="1"/>
        </p:nvSpPr>
        <p:spPr bwMode="auto">
          <a:xfrm>
            <a:off x="450850" y="6450013"/>
            <a:ext cx="592138" cy="331787"/>
          </a:xfrm>
          <a:prstGeom prst="rect">
            <a:avLst/>
          </a:prstGeom>
          <a:noFill/>
          <a:ln w="9525" algn="ctr">
            <a:noFill/>
            <a:miter lim="800000"/>
            <a:headEnd/>
            <a:tailEnd/>
          </a:ln>
        </p:spPr>
        <p:txBody>
          <a:bodyPr/>
          <a:lstStyle/>
          <a:p>
            <a:pPr eaLnBrk="1" hangingPunct="1">
              <a:defRPr/>
            </a:pPr>
            <a:fld id="{E2FFF7BB-A780-497E-BD67-EB265FAA58B0}" type="slidenum">
              <a:rPr lang="en-US" sz="1000" b="0">
                <a:solidFill>
                  <a:schemeClr val="bg1"/>
                </a:solidFill>
                <a:ea typeface="ＭＳ Ｐゴシック" pitchFamily="1" charset="-128"/>
              </a:rPr>
              <a:pPr eaLnBrk="1" hangingPunct="1">
                <a:defRPr/>
              </a:pPr>
              <a:t>‹#›</a:t>
            </a:fld>
            <a:endParaRPr lang="en-US" sz="1000" b="0">
              <a:solidFill>
                <a:schemeClr val="bg1"/>
              </a:solidFill>
              <a:ea typeface="ＭＳ Ｐゴシック" pitchFamily="1" charset="-128"/>
            </a:endParaRPr>
          </a:p>
          <a:p>
            <a:pPr eaLnBrk="1" hangingPunct="1">
              <a:defRPr/>
            </a:pPr>
            <a:endParaRPr lang="en-US" sz="1000" b="0">
              <a:ea typeface="ＭＳ Ｐゴシック" pitchFamily="1" charset="-128"/>
            </a:endParaRPr>
          </a:p>
        </p:txBody>
      </p:sp>
      <p:sp>
        <p:nvSpPr>
          <p:cNvPr id="1032" name="Rectangle 11"/>
          <p:cNvSpPr>
            <a:spLocks noGrp="1" noChangeArrowheads="1"/>
          </p:cNvSpPr>
          <p:nvPr>
            <p:ph type="title"/>
          </p:nvPr>
        </p:nvSpPr>
        <p:spPr bwMode="auto">
          <a:xfrm>
            <a:off x="76200" y="228600"/>
            <a:ext cx="8077200" cy="9144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smtClean="0"/>
              <a:t>Click to edit Master title style</a:t>
            </a:r>
          </a:p>
        </p:txBody>
      </p:sp>
      <p:sp>
        <p:nvSpPr>
          <p:cNvPr id="9" name="Rectangle 67589"/>
          <p:cNvSpPr>
            <a:spLocks noChangeArrowheads="1"/>
          </p:cNvSpPr>
          <p:nvPr userDrawn="1"/>
        </p:nvSpPr>
        <p:spPr bwMode="auto">
          <a:xfrm>
            <a:off x="5943600" y="6248401"/>
            <a:ext cx="2971800" cy="457200"/>
          </a:xfrm>
          <a:prstGeom prst="rect">
            <a:avLst/>
          </a:prstGeom>
          <a:noFill/>
          <a:ln w="9525" algn="ctr">
            <a:noFill/>
            <a:miter lim="800000"/>
            <a:headEnd/>
            <a:tailEnd/>
          </a:ln>
        </p:spPr>
        <p:txBody>
          <a:bodyPr/>
          <a:lstStyle/>
          <a:p>
            <a:pPr algn="r" eaLnBrk="1" hangingPunct="1">
              <a:spcBef>
                <a:spcPts val="300"/>
              </a:spcBef>
              <a:spcAft>
                <a:spcPts val="300"/>
              </a:spcAft>
              <a:defRPr/>
            </a:pPr>
            <a:r>
              <a:rPr lang="en-US" sz="1600" b="0" i="1" smtClean="0">
                <a:solidFill>
                  <a:schemeClr val="bg1"/>
                </a:solidFill>
                <a:ea typeface="ＭＳ Ｐゴシック" pitchFamily="1" charset="-128"/>
              </a:rPr>
              <a:t>Huynh</a:t>
            </a:r>
            <a:r>
              <a:rPr lang="en-US" sz="1600" b="0" i="1" baseline="0" smtClean="0">
                <a:solidFill>
                  <a:schemeClr val="bg1"/>
                </a:solidFill>
                <a:ea typeface="ＭＳ Ｐゴシック" pitchFamily="1" charset="-128"/>
              </a:rPr>
              <a:t> Nguyen Chinh</a:t>
            </a:r>
            <a:endParaRPr lang="en-US" sz="1600" b="0" i="1">
              <a:solidFill>
                <a:schemeClr val="bg1"/>
              </a:solidFill>
              <a:ea typeface="ＭＳ Ｐゴシック" pitchFamily="1" charset="-128"/>
            </a:endParaRPr>
          </a:p>
          <a:p>
            <a:pPr algn="r" eaLnBrk="1" hangingPunct="1">
              <a:defRPr/>
            </a:pPr>
            <a:endParaRPr lang="en-US" sz="1600" b="0" i="1">
              <a:ea typeface="ＭＳ Ｐゴシック" pitchFamily="1" charset="-128"/>
            </a:endParaRPr>
          </a:p>
        </p:txBody>
      </p:sp>
    </p:spTree>
  </p:cSld>
  <p:clrMap bg1="lt1" tx1="dk1" bg2="lt2" tx2="dk2" accent1="accent1" accent2="accent2" accent3="accent3" accent4="accent4" accent5="accent5" accent6="accent6" hlink="hlink" folHlink="folHlink"/>
  <p:sldLayoutIdLst>
    <p:sldLayoutId id="2147484255" r:id="rId1"/>
    <p:sldLayoutId id="2147484233" r:id="rId2"/>
    <p:sldLayoutId id="2147484234" r:id="rId3"/>
    <p:sldLayoutId id="2147484235" r:id="rId4"/>
    <p:sldLayoutId id="2147484236" r:id="rId5"/>
    <p:sldLayoutId id="2147484237" r:id="rId6"/>
    <p:sldLayoutId id="2147484238" r:id="rId7"/>
    <p:sldLayoutId id="2147484239" r:id="rId8"/>
    <p:sldLayoutId id="2147484240" r:id="rId9"/>
    <p:sldLayoutId id="2147484241" r:id="rId10"/>
    <p:sldLayoutId id="2147484242" r:id="rId11"/>
    <p:sldLayoutId id="2147484243" r:id="rId12"/>
  </p:sldLayoutIdLst>
  <p:transition>
    <p:fade/>
  </p:transition>
  <p:hf hdr="0" ftr="0"/>
  <p:txStyles>
    <p:titleStyle>
      <a:lvl1pPr algn="l" rtl="0" eaLnBrk="0" fontAlgn="base" hangingPunct="0">
        <a:spcBef>
          <a:spcPct val="0"/>
        </a:spcBef>
        <a:spcAft>
          <a:spcPct val="0"/>
        </a:spcAft>
        <a:defRPr sz="3600" b="1">
          <a:solidFill>
            <a:schemeClr val="tx1"/>
          </a:solidFill>
          <a:latin typeface="+mj-lt"/>
          <a:ea typeface="+mj-ea"/>
          <a:cs typeface="+mj-cs"/>
        </a:defRPr>
      </a:lvl1pPr>
      <a:lvl2pPr algn="l" rtl="0" eaLnBrk="0" fontAlgn="base" hangingPunct="0">
        <a:spcBef>
          <a:spcPct val="0"/>
        </a:spcBef>
        <a:spcAft>
          <a:spcPct val="0"/>
        </a:spcAft>
        <a:defRPr sz="3600" b="1">
          <a:solidFill>
            <a:schemeClr val="tx1"/>
          </a:solidFill>
          <a:latin typeface="Arial" charset="0"/>
          <a:ea typeface="ＭＳ Ｐゴシック" pitchFamily="16" charset="-128"/>
        </a:defRPr>
      </a:lvl2pPr>
      <a:lvl3pPr algn="l" rtl="0" eaLnBrk="0" fontAlgn="base" hangingPunct="0">
        <a:spcBef>
          <a:spcPct val="0"/>
        </a:spcBef>
        <a:spcAft>
          <a:spcPct val="0"/>
        </a:spcAft>
        <a:defRPr sz="3600" b="1">
          <a:solidFill>
            <a:schemeClr val="tx1"/>
          </a:solidFill>
          <a:latin typeface="Arial" charset="0"/>
          <a:ea typeface="ＭＳ Ｐゴシック" pitchFamily="16" charset="-128"/>
        </a:defRPr>
      </a:lvl3pPr>
      <a:lvl4pPr algn="l" rtl="0" eaLnBrk="0" fontAlgn="base" hangingPunct="0">
        <a:spcBef>
          <a:spcPct val="0"/>
        </a:spcBef>
        <a:spcAft>
          <a:spcPct val="0"/>
        </a:spcAft>
        <a:defRPr sz="3600" b="1">
          <a:solidFill>
            <a:schemeClr val="tx1"/>
          </a:solidFill>
          <a:latin typeface="Arial" charset="0"/>
          <a:ea typeface="ＭＳ Ｐゴシック" pitchFamily="16" charset="-128"/>
        </a:defRPr>
      </a:lvl4pPr>
      <a:lvl5pPr algn="l" rtl="0" eaLnBrk="0" fontAlgn="base" hangingPunct="0">
        <a:spcBef>
          <a:spcPct val="0"/>
        </a:spcBef>
        <a:spcAft>
          <a:spcPct val="0"/>
        </a:spcAft>
        <a:defRPr sz="3600" b="1">
          <a:solidFill>
            <a:schemeClr val="tx1"/>
          </a:solidFill>
          <a:latin typeface="Arial" charset="0"/>
          <a:ea typeface="ＭＳ Ｐゴシック" pitchFamily="16" charset="-128"/>
        </a:defRPr>
      </a:lvl5pPr>
      <a:lvl6pPr marL="457200" algn="ctr" rtl="0" fontAlgn="base">
        <a:spcBef>
          <a:spcPct val="0"/>
        </a:spcBef>
        <a:spcAft>
          <a:spcPct val="0"/>
        </a:spcAft>
        <a:defRPr sz="4400">
          <a:solidFill>
            <a:schemeClr val="tx2"/>
          </a:solidFill>
          <a:latin typeface="Arial" charset="0"/>
          <a:ea typeface="ＭＳ Ｐゴシック" pitchFamily="16" charset="-128"/>
        </a:defRPr>
      </a:lvl6pPr>
      <a:lvl7pPr marL="914400" algn="ctr" rtl="0" fontAlgn="base">
        <a:spcBef>
          <a:spcPct val="0"/>
        </a:spcBef>
        <a:spcAft>
          <a:spcPct val="0"/>
        </a:spcAft>
        <a:defRPr sz="4400">
          <a:solidFill>
            <a:schemeClr val="tx2"/>
          </a:solidFill>
          <a:latin typeface="Arial" charset="0"/>
          <a:ea typeface="ＭＳ Ｐゴシック" pitchFamily="16" charset="-128"/>
        </a:defRPr>
      </a:lvl7pPr>
      <a:lvl8pPr marL="1371600" algn="ctr" rtl="0" fontAlgn="base">
        <a:spcBef>
          <a:spcPct val="0"/>
        </a:spcBef>
        <a:spcAft>
          <a:spcPct val="0"/>
        </a:spcAft>
        <a:defRPr sz="4400">
          <a:solidFill>
            <a:schemeClr val="tx2"/>
          </a:solidFill>
          <a:latin typeface="Arial" charset="0"/>
          <a:ea typeface="ＭＳ Ｐゴシック" pitchFamily="16" charset="-128"/>
        </a:defRPr>
      </a:lvl8pPr>
      <a:lvl9pPr marL="1828800" algn="ctr" rtl="0" fontAlgn="base">
        <a:spcBef>
          <a:spcPct val="0"/>
        </a:spcBef>
        <a:spcAft>
          <a:spcPct val="0"/>
        </a:spcAft>
        <a:defRPr sz="4400">
          <a:solidFill>
            <a:schemeClr val="tx2"/>
          </a:solidFill>
          <a:latin typeface="Arial" charset="0"/>
          <a:ea typeface="ＭＳ Ｐゴシック" pitchFamily="16" charset="-128"/>
        </a:defRPr>
      </a:lvl9pPr>
    </p:titleStyle>
    <p:bodyStyle>
      <a:lvl1pPr marL="195263" indent="-195263" algn="l" rtl="0" eaLnBrk="0" fontAlgn="base" hangingPunct="0">
        <a:spcBef>
          <a:spcPct val="25000"/>
        </a:spcBef>
        <a:spcAft>
          <a:spcPct val="0"/>
        </a:spcAft>
        <a:buBlip>
          <a:blip r:embed="rId16"/>
        </a:buBlip>
        <a:defRPr sz="3000">
          <a:solidFill>
            <a:schemeClr val="tx1"/>
          </a:solidFill>
          <a:latin typeface="+mn-lt"/>
          <a:ea typeface="+mn-ea"/>
          <a:cs typeface="+mn-cs"/>
        </a:defRPr>
      </a:lvl1pPr>
      <a:lvl2pPr marL="576263" indent="-190500" algn="l" rtl="0" eaLnBrk="0" fontAlgn="base" hangingPunct="0">
        <a:spcBef>
          <a:spcPct val="25000"/>
        </a:spcBef>
        <a:spcAft>
          <a:spcPct val="0"/>
        </a:spcAft>
        <a:buBlip>
          <a:blip r:embed="rId16"/>
        </a:buBlip>
        <a:defRPr sz="2600">
          <a:solidFill>
            <a:schemeClr val="tx1"/>
          </a:solidFill>
          <a:latin typeface="+mn-lt"/>
          <a:ea typeface="+mn-ea"/>
        </a:defRPr>
      </a:lvl2pPr>
      <a:lvl3pPr marL="957263" indent="-190500" algn="l" rtl="0" eaLnBrk="0" fontAlgn="base" hangingPunct="0">
        <a:spcBef>
          <a:spcPct val="25000"/>
        </a:spcBef>
        <a:spcAft>
          <a:spcPct val="0"/>
        </a:spcAft>
        <a:buBlip>
          <a:blip r:embed="rId16"/>
        </a:buBlip>
        <a:defRPr sz="2400">
          <a:solidFill>
            <a:schemeClr val="tx1"/>
          </a:solidFill>
          <a:latin typeface="+mn-lt"/>
          <a:ea typeface="+mn-ea"/>
        </a:defRPr>
      </a:lvl3pPr>
      <a:lvl4pPr marL="1338263" indent="-190500" algn="l" rtl="0" eaLnBrk="0" fontAlgn="base" hangingPunct="0">
        <a:spcBef>
          <a:spcPct val="25000"/>
        </a:spcBef>
        <a:spcAft>
          <a:spcPct val="0"/>
        </a:spcAft>
        <a:buBlip>
          <a:blip r:embed="rId16"/>
        </a:buBlip>
        <a:defRPr sz="1600">
          <a:solidFill>
            <a:schemeClr val="tx1"/>
          </a:solidFill>
          <a:latin typeface="+mn-lt"/>
          <a:ea typeface="+mn-ea"/>
        </a:defRPr>
      </a:lvl4pPr>
      <a:lvl5pPr marL="1719263" indent="-190500" algn="l" rtl="0" eaLnBrk="0" fontAlgn="base" hangingPunct="0">
        <a:spcBef>
          <a:spcPct val="25000"/>
        </a:spcBef>
        <a:spcAft>
          <a:spcPct val="0"/>
        </a:spcAft>
        <a:buBlip>
          <a:blip r:embed="rId16"/>
        </a:buBlip>
        <a:defRPr sz="1400">
          <a:solidFill>
            <a:schemeClr val="tx1"/>
          </a:solidFill>
          <a:latin typeface="+mn-lt"/>
          <a:ea typeface="+mn-ea"/>
        </a:defRPr>
      </a:lvl5pPr>
      <a:lvl6pPr marL="2438400" indent="-228600" algn="l" rtl="0" fontAlgn="base">
        <a:spcBef>
          <a:spcPct val="20000"/>
        </a:spcBef>
        <a:spcAft>
          <a:spcPct val="0"/>
        </a:spcAft>
        <a:buBlip>
          <a:blip r:embed="rId16"/>
        </a:buBlip>
        <a:defRPr sz="1200">
          <a:solidFill>
            <a:schemeClr val="tx1"/>
          </a:solidFill>
          <a:latin typeface="+mn-lt"/>
          <a:ea typeface="+mn-ea"/>
        </a:defRPr>
      </a:lvl6pPr>
      <a:lvl7pPr marL="2895600" indent="-228600" algn="l" rtl="0" fontAlgn="base">
        <a:spcBef>
          <a:spcPct val="20000"/>
        </a:spcBef>
        <a:spcAft>
          <a:spcPct val="0"/>
        </a:spcAft>
        <a:buBlip>
          <a:blip r:embed="rId16"/>
        </a:buBlip>
        <a:defRPr sz="1200">
          <a:solidFill>
            <a:schemeClr val="tx1"/>
          </a:solidFill>
          <a:latin typeface="+mn-lt"/>
          <a:ea typeface="+mn-ea"/>
        </a:defRPr>
      </a:lvl7pPr>
      <a:lvl8pPr marL="3352800" indent="-228600" algn="l" rtl="0" fontAlgn="base">
        <a:spcBef>
          <a:spcPct val="20000"/>
        </a:spcBef>
        <a:spcAft>
          <a:spcPct val="0"/>
        </a:spcAft>
        <a:buBlip>
          <a:blip r:embed="rId16"/>
        </a:buBlip>
        <a:defRPr sz="1200">
          <a:solidFill>
            <a:schemeClr val="tx1"/>
          </a:solidFill>
          <a:latin typeface="+mn-lt"/>
          <a:ea typeface="+mn-ea"/>
        </a:defRPr>
      </a:lvl8pPr>
      <a:lvl9pPr marL="3810000" indent="-228600" algn="l" rtl="0" fontAlgn="base">
        <a:spcBef>
          <a:spcPct val="20000"/>
        </a:spcBef>
        <a:spcAft>
          <a:spcPct val="0"/>
        </a:spcAft>
        <a:buBlip>
          <a:blip r:embed="rId16"/>
        </a:buBlip>
        <a:defRPr sz="12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DA58C6AA-4CDF-43E0-9611-123CB6CFA869}" type="datetimeFigureOut">
              <a:rPr lang="en-US"/>
              <a:pPr>
                <a:defRPr/>
              </a:pPr>
              <a:t>8/23/2021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DB4E62AD-BDFC-4F0D-A5FC-996334F584DB}"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4244" r:id="rId1"/>
    <p:sldLayoutId id="2147484245" r:id="rId2"/>
    <p:sldLayoutId id="2147484246" r:id="rId3"/>
    <p:sldLayoutId id="2147484247" r:id="rId4"/>
    <p:sldLayoutId id="2147484248" r:id="rId5"/>
    <p:sldLayoutId id="2147484249" r:id="rId6"/>
    <p:sldLayoutId id="2147484250" r:id="rId7"/>
    <p:sldLayoutId id="2147484251" r:id="rId8"/>
    <p:sldLayoutId id="2147484252" r:id="rId9"/>
    <p:sldLayoutId id="2147484253" r:id="rId10"/>
    <p:sldLayoutId id="2147484254"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7"/>
          <p:cNvSpPr>
            <a:spLocks noChangeArrowheads="1"/>
          </p:cNvSpPr>
          <p:nvPr/>
        </p:nvSpPr>
        <p:spPr bwMode="auto">
          <a:xfrm>
            <a:off x="5808663" y="217488"/>
            <a:ext cx="184150" cy="457200"/>
          </a:xfrm>
          <a:prstGeom prst="rect">
            <a:avLst/>
          </a:prstGeom>
          <a:noFill/>
          <a:ln w="9525">
            <a:noFill/>
            <a:miter lim="800000"/>
            <a:headEnd/>
            <a:tailEnd/>
          </a:ln>
        </p:spPr>
        <p:txBody>
          <a:bodyPr wrap="none">
            <a:spAutoFit/>
          </a:bodyPr>
          <a:lstStyle/>
          <a:p>
            <a:endParaRPr lang="en-US" b="0" dirty="0"/>
          </a:p>
        </p:txBody>
      </p:sp>
      <p:sp>
        <p:nvSpPr>
          <p:cNvPr id="6" name="Rectangle 5"/>
          <p:cNvSpPr/>
          <p:nvPr/>
        </p:nvSpPr>
        <p:spPr>
          <a:xfrm>
            <a:off x="76200" y="1863725"/>
            <a:ext cx="8991600" cy="1981200"/>
          </a:xfrm>
          <a:prstGeom prst="rect">
            <a:avLst/>
          </a:prstGeom>
          <a:solidFill>
            <a:srgbClr val="E46C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p:cNvSpPr/>
          <p:nvPr/>
        </p:nvSpPr>
        <p:spPr>
          <a:xfrm>
            <a:off x="0" y="1752600"/>
            <a:ext cx="9067800" cy="2057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dirty="0" err="1" smtClean="0"/>
              <a:t>Bài</a:t>
            </a:r>
            <a:r>
              <a:rPr lang="en-US" dirty="0" smtClean="0"/>
              <a:t> 1</a:t>
            </a:r>
            <a:r>
              <a:rPr lang="en-US" dirty="0" smtClean="0"/>
              <a:t>. </a:t>
            </a:r>
          </a:p>
          <a:p>
            <a:pPr algn="ctr" fontAlgn="auto">
              <a:spcBef>
                <a:spcPts val="0"/>
              </a:spcBef>
              <a:spcAft>
                <a:spcPts val="0"/>
              </a:spcAft>
              <a:defRPr/>
            </a:pPr>
            <a:r>
              <a:rPr lang="en-US" sz="4000" dirty="0" err="1" smtClean="0"/>
              <a:t>Tổng</a:t>
            </a:r>
            <a:r>
              <a:rPr lang="en-US" sz="4000" dirty="0" smtClean="0"/>
              <a:t> </a:t>
            </a:r>
            <a:r>
              <a:rPr lang="en-US" sz="4000" dirty="0" err="1" smtClean="0"/>
              <a:t>quan</a:t>
            </a:r>
            <a:r>
              <a:rPr lang="en-US" sz="4000" dirty="0" smtClean="0"/>
              <a:t> </a:t>
            </a:r>
            <a:r>
              <a:rPr lang="en-US" sz="4000" dirty="0" err="1" smtClean="0"/>
              <a:t>về</a:t>
            </a:r>
            <a:r>
              <a:rPr lang="en-US" sz="4000" dirty="0" smtClean="0"/>
              <a:t> </a:t>
            </a:r>
            <a:r>
              <a:rPr lang="en-US" sz="4000" dirty="0" err="1" smtClean="0"/>
              <a:t>thiết</a:t>
            </a:r>
            <a:r>
              <a:rPr lang="en-US" sz="4000" dirty="0" smtClean="0"/>
              <a:t> </a:t>
            </a:r>
            <a:r>
              <a:rPr lang="en-US" sz="4000" dirty="0" err="1" smtClean="0"/>
              <a:t>kế</a:t>
            </a:r>
            <a:r>
              <a:rPr lang="en-US" sz="4000" dirty="0" smtClean="0"/>
              <a:t> </a:t>
            </a:r>
            <a:r>
              <a:rPr lang="en-US" sz="4000" dirty="0" err="1" smtClean="0"/>
              <a:t>mạng</a:t>
            </a:r>
            <a:endParaRPr lang="en-US" sz="32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Times New Roman" pitchFamily="18" charset="0"/>
              <a:cs typeface="Times New Roman" pitchFamily="18" charset="0"/>
            </a:endParaRPr>
          </a:p>
        </p:txBody>
      </p:sp>
      <p:sp>
        <p:nvSpPr>
          <p:cNvPr id="3584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9"/>
          <p:cNvSpPr>
            <a:spLocks noGrp="1" noChangeArrowheads="1"/>
          </p:cNvSpPr>
          <p:nvPr>
            <p:ph type="title" idx="4294967295"/>
          </p:nvPr>
        </p:nvSpPr>
        <p:spPr>
          <a:xfrm>
            <a:off x="76200" y="152400"/>
            <a:ext cx="9067800" cy="685800"/>
          </a:xfrm>
        </p:spPr>
        <p:txBody>
          <a:bodyPr/>
          <a:lstStyle/>
          <a:p>
            <a:pPr algn="ctr"/>
            <a:r>
              <a:rPr lang="en-US" dirty="0" err="1" smtClean="0">
                <a:solidFill>
                  <a:schemeClr val="bg1"/>
                </a:solidFill>
              </a:rPr>
              <a:t>Nội</a:t>
            </a:r>
            <a:r>
              <a:rPr lang="en-US" dirty="0" smtClean="0">
                <a:solidFill>
                  <a:schemeClr val="bg1"/>
                </a:solidFill>
              </a:rPr>
              <a:t> dung</a:t>
            </a:r>
          </a:p>
        </p:txBody>
      </p:sp>
      <p:sp>
        <p:nvSpPr>
          <p:cNvPr id="5123" name="Rectangle 10"/>
          <p:cNvSpPr>
            <a:spLocks noGrp="1" noChangeArrowheads="1"/>
          </p:cNvSpPr>
          <p:nvPr>
            <p:ph type="body" idx="4294967295"/>
          </p:nvPr>
        </p:nvSpPr>
        <p:spPr>
          <a:xfrm>
            <a:off x="304800" y="1219200"/>
            <a:ext cx="8610600" cy="4572000"/>
          </a:xfrm>
          <a:noFill/>
          <a:ln w="9525">
            <a:noFill/>
            <a:miter lim="800000"/>
            <a:headEnd/>
            <a:tailEnd/>
          </a:ln>
        </p:spPr>
        <p:txBody>
          <a:bodyPr vert="horz" wrap="square" lIns="0" tIns="0" rIns="0" bIns="0" numCol="1" anchor="t" anchorCtr="0" compatLnSpc="1">
            <a:prstTxWarp prst="textNoShape">
              <a:avLst/>
            </a:prstTxWarp>
          </a:bodyPr>
          <a:lstStyle/>
          <a:p>
            <a:pPr marL="400050" lvl="0" indent="-400050">
              <a:lnSpc>
                <a:spcPct val="150000"/>
              </a:lnSpc>
              <a:buFont typeface="Wingdings" pitchFamily="2" charset="2"/>
              <a:buChar char="§"/>
            </a:pPr>
            <a:r>
              <a:rPr lang="en-US" sz="2400" smtClean="0"/>
              <a:t>Giới thiệu</a:t>
            </a:r>
          </a:p>
          <a:p>
            <a:pPr marL="400050" lvl="0" indent="-400050">
              <a:lnSpc>
                <a:spcPct val="150000"/>
              </a:lnSpc>
              <a:buFont typeface="Wingdings" pitchFamily="2" charset="2"/>
              <a:buChar char="§"/>
            </a:pPr>
            <a:r>
              <a:rPr lang="en-US" sz="2400" smtClean="0"/>
              <a:t>Chu kỳ triển khai giải pháp thiết kế mạng</a:t>
            </a:r>
          </a:p>
          <a:p>
            <a:pPr marL="400050" lvl="0" indent="-400050">
              <a:lnSpc>
                <a:spcPct val="150000"/>
              </a:lnSpc>
              <a:buFont typeface="Wingdings" pitchFamily="2" charset="2"/>
              <a:buChar char="§"/>
            </a:pPr>
            <a:r>
              <a:rPr lang="en-US" sz="2400" smtClean="0"/>
              <a:t>Phương pháp thiết kế</a:t>
            </a:r>
          </a:p>
          <a:p>
            <a:pPr marL="400050" lvl="0" indent="-400050">
              <a:lnSpc>
                <a:spcPct val="150000"/>
              </a:lnSpc>
              <a:buFont typeface="Wingdings" pitchFamily="2" charset="2"/>
              <a:buChar char="§"/>
            </a:pPr>
            <a:r>
              <a:rPr lang="en-US" sz="2400" smtClean="0"/>
              <a:t>Tài liệu thiết kế</a:t>
            </a:r>
          </a:p>
          <a:p>
            <a:pPr marL="400050" lvl="0" indent="-400050">
              <a:lnSpc>
                <a:spcPct val="150000"/>
              </a:lnSpc>
              <a:buFont typeface="Wingdings" pitchFamily="2" charset="2"/>
              <a:buChar char="§"/>
            </a:pPr>
            <a:r>
              <a:rPr lang="en-US" sz="2400" smtClean="0"/>
              <a:t>Một số sơ đồ thiết kế và lưu ý</a:t>
            </a:r>
          </a:p>
          <a:p>
            <a:pPr marL="400050" indent="-400050">
              <a:lnSpc>
                <a:spcPct val="150000"/>
              </a:lnSpc>
              <a:buFontTx/>
              <a:buAutoNum type="romanUcPeriod"/>
            </a:pPr>
            <a:endParaRPr lang="en-AU" sz="2400" dirty="0" smtClean="0"/>
          </a:p>
        </p:txBody>
      </p:sp>
    </p:spTree>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1166843"/>
            <a:ext cx="8382000" cy="2985433"/>
          </a:xfrm>
          <a:prstGeom prst="rect">
            <a:avLst/>
          </a:prstGeom>
        </p:spPr>
        <p:txBody>
          <a:bodyPr wrap="square">
            <a:spAutoFit/>
          </a:bodyPr>
          <a:lstStyle/>
          <a:p>
            <a:pPr marL="342900" indent="-342900">
              <a:spcBef>
                <a:spcPts val="1200"/>
              </a:spcBef>
              <a:spcAft>
                <a:spcPts val="1200"/>
              </a:spcAft>
              <a:buFont typeface="Wingdings" pitchFamily="2" charset="2"/>
              <a:buChar char="§"/>
            </a:pPr>
            <a:r>
              <a:rPr lang="en-US" b="0"/>
              <a:t>Thiết kế mạng đóng </a:t>
            </a:r>
            <a:r>
              <a:rPr lang="en-US" b="0">
                <a:solidFill>
                  <a:srgbClr val="FF0000"/>
                </a:solidFill>
              </a:rPr>
              <a:t>vai trò quan trọng</a:t>
            </a:r>
            <a:r>
              <a:rPr lang="en-US" b="0"/>
              <a:t> trong việc chuẩn bị triển khai một hệ thống mạng. </a:t>
            </a:r>
            <a:endParaRPr lang="en-US" b="0" smtClean="0"/>
          </a:p>
          <a:p>
            <a:pPr marL="342900" indent="-342900">
              <a:spcBef>
                <a:spcPts val="1200"/>
              </a:spcBef>
              <a:spcAft>
                <a:spcPts val="1200"/>
              </a:spcAft>
              <a:buFont typeface="Wingdings" pitchFamily="2" charset="2"/>
              <a:buChar char="§"/>
            </a:pPr>
            <a:r>
              <a:rPr lang="en-US" b="0" smtClean="0"/>
              <a:t>Thiết </a:t>
            </a:r>
            <a:r>
              <a:rPr lang="en-US" b="0"/>
              <a:t>kế mạng tốt giúp cho hệ thống </a:t>
            </a:r>
            <a:r>
              <a:rPr lang="en-US" b="0">
                <a:solidFill>
                  <a:srgbClr val="FF0000"/>
                </a:solidFill>
              </a:rPr>
              <a:t>đảm bảo </a:t>
            </a:r>
            <a:r>
              <a:rPr lang="en-US" b="0"/>
              <a:t>được các khả năng </a:t>
            </a:r>
            <a:r>
              <a:rPr lang="en-US" b="0">
                <a:solidFill>
                  <a:srgbClr val="FF0000"/>
                </a:solidFill>
              </a:rPr>
              <a:t>đáp ứng </a:t>
            </a:r>
            <a:r>
              <a:rPr lang="en-US" b="0"/>
              <a:t>cho nhu cầu sử dụng </a:t>
            </a:r>
            <a:r>
              <a:rPr lang="en-US" b="0">
                <a:solidFill>
                  <a:srgbClr val="FF0000"/>
                </a:solidFill>
              </a:rPr>
              <a:t>hiện tại và tương lai</a:t>
            </a:r>
            <a:r>
              <a:rPr lang="en-US" b="0"/>
              <a:t>, đảm bảo khả năng </a:t>
            </a:r>
            <a:r>
              <a:rPr lang="en-US" b="0">
                <a:solidFill>
                  <a:srgbClr val="FF0000"/>
                </a:solidFill>
              </a:rPr>
              <a:t>dự phòng</a:t>
            </a:r>
            <a:r>
              <a:rPr lang="en-US" b="0"/>
              <a:t>, khả năng </a:t>
            </a:r>
            <a:r>
              <a:rPr lang="en-US" b="0">
                <a:solidFill>
                  <a:srgbClr val="FF0000"/>
                </a:solidFill>
              </a:rPr>
              <a:t>sẵn sàng</a:t>
            </a:r>
            <a:r>
              <a:rPr lang="en-US" b="0"/>
              <a:t> của hệ thống, khả năng </a:t>
            </a:r>
            <a:r>
              <a:rPr lang="en-US" b="0">
                <a:solidFill>
                  <a:srgbClr val="FF0000"/>
                </a:solidFill>
              </a:rPr>
              <a:t>bảo mật</a:t>
            </a:r>
            <a:r>
              <a:rPr lang="en-US" b="0"/>
              <a:t>, khả năng </a:t>
            </a:r>
            <a:r>
              <a:rPr lang="en-US" b="0">
                <a:solidFill>
                  <a:srgbClr val="FF0000"/>
                </a:solidFill>
              </a:rPr>
              <a:t>quản trị</a:t>
            </a:r>
            <a:r>
              <a:rPr lang="en-US" b="0"/>
              <a:t> đạt hiệu quả.</a:t>
            </a:r>
          </a:p>
        </p:txBody>
      </p:sp>
      <p:sp>
        <p:nvSpPr>
          <p:cNvPr id="3" name="Rectangle 9"/>
          <p:cNvSpPr txBox="1">
            <a:spLocks noChangeArrowheads="1"/>
          </p:cNvSpPr>
          <p:nvPr/>
        </p:nvSpPr>
        <p:spPr bwMode="auto">
          <a:xfrm>
            <a:off x="76200" y="152400"/>
            <a:ext cx="9067800" cy="6858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rtl="0" eaLnBrk="0" fontAlgn="base" hangingPunct="0">
              <a:spcBef>
                <a:spcPct val="0"/>
              </a:spcBef>
              <a:spcAft>
                <a:spcPct val="0"/>
              </a:spcAft>
              <a:defRPr sz="3600" b="1">
                <a:solidFill>
                  <a:schemeClr val="tx1"/>
                </a:solidFill>
                <a:latin typeface="+mj-lt"/>
                <a:ea typeface="+mj-ea"/>
                <a:cs typeface="+mj-cs"/>
              </a:defRPr>
            </a:lvl1pPr>
            <a:lvl2pPr algn="l" rtl="0" eaLnBrk="0" fontAlgn="base" hangingPunct="0">
              <a:spcBef>
                <a:spcPct val="0"/>
              </a:spcBef>
              <a:spcAft>
                <a:spcPct val="0"/>
              </a:spcAft>
              <a:defRPr sz="3600" b="1">
                <a:solidFill>
                  <a:schemeClr val="tx1"/>
                </a:solidFill>
                <a:latin typeface="Arial" charset="0"/>
                <a:ea typeface="ＭＳ Ｐゴシック" pitchFamily="16" charset="-128"/>
              </a:defRPr>
            </a:lvl2pPr>
            <a:lvl3pPr algn="l" rtl="0" eaLnBrk="0" fontAlgn="base" hangingPunct="0">
              <a:spcBef>
                <a:spcPct val="0"/>
              </a:spcBef>
              <a:spcAft>
                <a:spcPct val="0"/>
              </a:spcAft>
              <a:defRPr sz="3600" b="1">
                <a:solidFill>
                  <a:schemeClr val="tx1"/>
                </a:solidFill>
                <a:latin typeface="Arial" charset="0"/>
                <a:ea typeface="ＭＳ Ｐゴシック" pitchFamily="16" charset="-128"/>
              </a:defRPr>
            </a:lvl3pPr>
            <a:lvl4pPr algn="l" rtl="0" eaLnBrk="0" fontAlgn="base" hangingPunct="0">
              <a:spcBef>
                <a:spcPct val="0"/>
              </a:spcBef>
              <a:spcAft>
                <a:spcPct val="0"/>
              </a:spcAft>
              <a:defRPr sz="3600" b="1">
                <a:solidFill>
                  <a:schemeClr val="tx1"/>
                </a:solidFill>
                <a:latin typeface="Arial" charset="0"/>
                <a:ea typeface="ＭＳ Ｐゴシック" pitchFamily="16" charset="-128"/>
              </a:defRPr>
            </a:lvl4pPr>
            <a:lvl5pPr algn="l" rtl="0" eaLnBrk="0" fontAlgn="base" hangingPunct="0">
              <a:spcBef>
                <a:spcPct val="0"/>
              </a:spcBef>
              <a:spcAft>
                <a:spcPct val="0"/>
              </a:spcAft>
              <a:defRPr sz="3600" b="1">
                <a:solidFill>
                  <a:schemeClr val="tx1"/>
                </a:solidFill>
                <a:latin typeface="Arial" charset="0"/>
                <a:ea typeface="ＭＳ Ｐゴシック" pitchFamily="16" charset="-128"/>
              </a:defRPr>
            </a:lvl5pPr>
            <a:lvl6pPr marL="457200" algn="ctr" rtl="0" fontAlgn="base">
              <a:spcBef>
                <a:spcPct val="0"/>
              </a:spcBef>
              <a:spcAft>
                <a:spcPct val="0"/>
              </a:spcAft>
              <a:defRPr sz="4400">
                <a:solidFill>
                  <a:schemeClr val="tx2"/>
                </a:solidFill>
                <a:latin typeface="Arial" charset="0"/>
                <a:ea typeface="ＭＳ Ｐゴシック" pitchFamily="16" charset="-128"/>
              </a:defRPr>
            </a:lvl6pPr>
            <a:lvl7pPr marL="914400" algn="ctr" rtl="0" fontAlgn="base">
              <a:spcBef>
                <a:spcPct val="0"/>
              </a:spcBef>
              <a:spcAft>
                <a:spcPct val="0"/>
              </a:spcAft>
              <a:defRPr sz="4400">
                <a:solidFill>
                  <a:schemeClr val="tx2"/>
                </a:solidFill>
                <a:latin typeface="Arial" charset="0"/>
                <a:ea typeface="ＭＳ Ｐゴシック" pitchFamily="16" charset="-128"/>
              </a:defRPr>
            </a:lvl7pPr>
            <a:lvl8pPr marL="1371600" algn="ctr" rtl="0" fontAlgn="base">
              <a:spcBef>
                <a:spcPct val="0"/>
              </a:spcBef>
              <a:spcAft>
                <a:spcPct val="0"/>
              </a:spcAft>
              <a:defRPr sz="4400">
                <a:solidFill>
                  <a:schemeClr val="tx2"/>
                </a:solidFill>
                <a:latin typeface="Arial" charset="0"/>
                <a:ea typeface="ＭＳ Ｐゴシック" pitchFamily="16" charset="-128"/>
              </a:defRPr>
            </a:lvl8pPr>
            <a:lvl9pPr marL="1828800" algn="ctr" rtl="0" fontAlgn="base">
              <a:spcBef>
                <a:spcPct val="0"/>
              </a:spcBef>
              <a:spcAft>
                <a:spcPct val="0"/>
              </a:spcAft>
              <a:defRPr sz="4400">
                <a:solidFill>
                  <a:schemeClr val="tx2"/>
                </a:solidFill>
                <a:latin typeface="Arial" charset="0"/>
                <a:ea typeface="ＭＳ Ｐゴシック" pitchFamily="16" charset="-128"/>
              </a:defRPr>
            </a:lvl9pPr>
          </a:lstStyle>
          <a:p>
            <a:pPr algn="ctr"/>
            <a:r>
              <a:rPr lang="en-US" smtClean="0">
                <a:solidFill>
                  <a:schemeClr val="bg1"/>
                </a:solidFill>
              </a:rPr>
              <a:t>Giới thiệu</a:t>
            </a:r>
            <a:endParaRPr lang="en-US" dirty="0" smtClean="0">
              <a:solidFill>
                <a:schemeClr val="bg1"/>
              </a:solidFill>
            </a:endParaRPr>
          </a:p>
        </p:txBody>
      </p:sp>
    </p:spTree>
    <p:extLst>
      <p:ext uri="{BB962C8B-B14F-4D97-AF65-F5344CB8AC3E}">
        <p14:creationId xmlns:p14="http://schemas.microsoft.com/office/powerpoint/2010/main" val="97215997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8086" y="1371600"/>
            <a:ext cx="8077200" cy="2985433"/>
          </a:xfrm>
          <a:prstGeom prst="rect">
            <a:avLst/>
          </a:prstGeom>
        </p:spPr>
        <p:txBody>
          <a:bodyPr wrap="square">
            <a:spAutoFit/>
          </a:bodyPr>
          <a:lstStyle/>
          <a:p>
            <a:pPr marL="342900" indent="-342900">
              <a:spcBef>
                <a:spcPts val="1200"/>
              </a:spcBef>
              <a:spcAft>
                <a:spcPts val="1200"/>
              </a:spcAft>
              <a:buFont typeface="Wingdings" pitchFamily="2" charset="2"/>
              <a:buChar char="§"/>
            </a:pPr>
            <a:r>
              <a:rPr lang="vi-VN" b="0"/>
              <a:t>Thông qua hồ sơ thiết kế có thể thấy được </a:t>
            </a:r>
            <a:r>
              <a:rPr lang="vi-VN" b="0">
                <a:solidFill>
                  <a:srgbClr val="FF0000"/>
                </a:solidFill>
              </a:rPr>
              <a:t>các giải pháp công nghệ được triển </a:t>
            </a:r>
            <a:r>
              <a:rPr lang="vi-VN" b="0" smtClean="0">
                <a:solidFill>
                  <a:srgbClr val="FF0000"/>
                </a:solidFill>
              </a:rPr>
              <a:t>khai</a:t>
            </a:r>
            <a:r>
              <a:rPr lang="vi-VN" b="0" smtClean="0"/>
              <a:t>,</a:t>
            </a:r>
            <a:r>
              <a:rPr lang="en-US" b="0" smtClean="0"/>
              <a:t> </a:t>
            </a:r>
            <a:r>
              <a:rPr lang="vi-VN" b="0" smtClean="0"/>
              <a:t>năng </a:t>
            </a:r>
            <a:r>
              <a:rPr lang="vi-VN" b="0"/>
              <a:t>lực đáp ứng dựa trên yêu cầu thiết kế và khả năng công nghệ </a:t>
            </a:r>
            <a:r>
              <a:rPr lang="vi-VN" b="0">
                <a:solidFill>
                  <a:srgbClr val="FF0000"/>
                </a:solidFill>
              </a:rPr>
              <a:t>phù hợp với vi mô hệ thống</a:t>
            </a:r>
            <a:r>
              <a:rPr lang="vi-VN" b="0"/>
              <a:t>. </a:t>
            </a:r>
            <a:endParaRPr lang="en-US" b="0" smtClean="0"/>
          </a:p>
          <a:p>
            <a:pPr marL="342900" indent="-342900">
              <a:spcBef>
                <a:spcPts val="1200"/>
              </a:spcBef>
              <a:spcAft>
                <a:spcPts val="1200"/>
              </a:spcAft>
              <a:buFont typeface="Wingdings" pitchFamily="2" charset="2"/>
              <a:buChar char="§"/>
            </a:pPr>
            <a:r>
              <a:rPr lang="en-US" b="0" smtClean="0"/>
              <a:t>Giúp</a:t>
            </a:r>
            <a:r>
              <a:rPr lang="vi-VN" b="0" smtClean="0"/>
              <a:t> </a:t>
            </a:r>
            <a:r>
              <a:rPr lang="vi-VN" b="0"/>
              <a:t>các bên liên quan có </a:t>
            </a:r>
            <a:r>
              <a:rPr lang="vi-VN" b="0">
                <a:solidFill>
                  <a:srgbClr val="FF0000"/>
                </a:solidFill>
              </a:rPr>
              <a:t>cái nhìn tổng quan </a:t>
            </a:r>
            <a:r>
              <a:rPr lang="vi-VN" b="0" smtClean="0">
                <a:solidFill>
                  <a:srgbClr val="FF0000"/>
                </a:solidFill>
              </a:rPr>
              <a:t>hệ </a:t>
            </a:r>
            <a:r>
              <a:rPr lang="vi-VN" b="0">
                <a:solidFill>
                  <a:srgbClr val="FF0000"/>
                </a:solidFill>
              </a:rPr>
              <a:t>thống sẽ triển khai</a:t>
            </a:r>
            <a:r>
              <a:rPr lang="vi-VN" b="0"/>
              <a:t> và cả </a:t>
            </a:r>
            <a:r>
              <a:rPr lang="vi-VN" b="0">
                <a:solidFill>
                  <a:srgbClr val="FF0000"/>
                </a:solidFill>
              </a:rPr>
              <a:t>chi phí dự toán</a:t>
            </a:r>
            <a:r>
              <a:rPr lang="vi-VN" b="0"/>
              <a:t> đầu tư của toàn hệ thống.</a:t>
            </a:r>
            <a:endParaRPr lang="en-US" b="0"/>
          </a:p>
        </p:txBody>
      </p:sp>
      <p:sp>
        <p:nvSpPr>
          <p:cNvPr id="3" name="Rectangle 9"/>
          <p:cNvSpPr txBox="1">
            <a:spLocks noChangeArrowheads="1"/>
          </p:cNvSpPr>
          <p:nvPr/>
        </p:nvSpPr>
        <p:spPr bwMode="auto">
          <a:xfrm>
            <a:off x="76200" y="152400"/>
            <a:ext cx="9067800" cy="6858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rtl="0" eaLnBrk="0" fontAlgn="base" hangingPunct="0">
              <a:spcBef>
                <a:spcPct val="0"/>
              </a:spcBef>
              <a:spcAft>
                <a:spcPct val="0"/>
              </a:spcAft>
              <a:defRPr sz="3600" b="1">
                <a:solidFill>
                  <a:schemeClr val="tx1"/>
                </a:solidFill>
                <a:latin typeface="+mj-lt"/>
                <a:ea typeface="+mj-ea"/>
                <a:cs typeface="+mj-cs"/>
              </a:defRPr>
            </a:lvl1pPr>
            <a:lvl2pPr algn="l" rtl="0" eaLnBrk="0" fontAlgn="base" hangingPunct="0">
              <a:spcBef>
                <a:spcPct val="0"/>
              </a:spcBef>
              <a:spcAft>
                <a:spcPct val="0"/>
              </a:spcAft>
              <a:defRPr sz="3600" b="1">
                <a:solidFill>
                  <a:schemeClr val="tx1"/>
                </a:solidFill>
                <a:latin typeface="Arial" charset="0"/>
                <a:ea typeface="ＭＳ Ｐゴシック" pitchFamily="16" charset="-128"/>
              </a:defRPr>
            </a:lvl2pPr>
            <a:lvl3pPr algn="l" rtl="0" eaLnBrk="0" fontAlgn="base" hangingPunct="0">
              <a:spcBef>
                <a:spcPct val="0"/>
              </a:spcBef>
              <a:spcAft>
                <a:spcPct val="0"/>
              </a:spcAft>
              <a:defRPr sz="3600" b="1">
                <a:solidFill>
                  <a:schemeClr val="tx1"/>
                </a:solidFill>
                <a:latin typeface="Arial" charset="0"/>
                <a:ea typeface="ＭＳ Ｐゴシック" pitchFamily="16" charset="-128"/>
              </a:defRPr>
            </a:lvl3pPr>
            <a:lvl4pPr algn="l" rtl="0" eaLnBrk="0" fontAlgn="base" hangingPunct="0">
              <a:spcBef>
                <a:spcPct val="0"/>
              </a:spcBef>
              <a:spcAft>
                <a:spcPct val="0"/>
              </a:spcAft>
              <a:defRPr sz="3600" b="1">
                <a:solidFill>
                  <a:schemeClr val="tx1"/>
                </a:solidFill>
                <a:latin typeface="Arial" charset="0"/>
                <a:ea typeface="ＭＳ Ｐゴシック" pitchFamily="16" charset="-128"/>
              </a:defRPr>
            </a:lvl4pPr>
            <a:lvl5pPr algn="l" rtl="0" eaLnBrk="0" fontAlgn="base" hangingPunct="0">
              <a:spcBef>
                <a:spcPct val="0"/>
              </a:spcBef>
              <a:spcAft>
                <a:spcPct val="0"/>
              </a:spcAft>
              <a:defRPr sz="3600" b="1">
                <a:solidFill>
                  <a:schemeClr val="tx1"/>
                </a:solidFill>
                <a:latin typeface="Arial" charset="0"/>
                <a:ea typeface="ＭＳ Ｐゴシック" pitchFamily="16" charset="-128"/>
              </a:defRPr>
            </a:lvl5pPr>
            <a:lvl6pPr marL="457200" algn="ctr" rtl="0" fontAlgn="base">
              <a:spcBef>
                <a:spcPct val="0"/>
              </a:spcBef>
              <a:spcAft>
                <a:spcPct val="0"/>
              </a:spcAft>
              <a:defRPr sz="4400">
                <a:solidFill>
                  <a:schemeClr val="tx2"/>
                </a:solidFill>
                <a:latin typeface="Arial" charset="0"/>
                <a:ea typeface="ＭＳ Ｐゴシック" pitchFamily="16" charset="-128"/>
              </a:defRPr>
            </a:lvl6pPr>
            <a:lvl7pPr marL="914400" algn="ctr" rtl="0" fontAlgn="base">
              <a:spcBef>
                <a:spcPct val="0"/>
              </a:spcBef>
              <a:spcAft>
                <a:spcPct val="0"/>
              </a:spcAft>
              <a:defRPr sz="4400">
                <a:solidFill>
                  <a:schemeClr val="tx2"/>
                </a:solidFill>
                <a:latin typeface="Arial" charset="0"/>
                <a:ea typeface="ＭＳ Ｐゴシック" pitchFamily="16" charset="-128"/>
              </a:defRPr>
            </a:lvl7pPr>
            <a:lvl8pPr marL="1371600" algn="ctr" rtl="0" fontAlgn="base">
              <a:spcBef>
                <a:spcPct val="0"/>
              </a:spcBef>
              <a:spcAft>
                <a:spcPct val="0"/>
              </a:spcAft>
              <a:defRPr sz="4400">
                <a:solidFill>
                  <a:schemeClr val="tx2"/>
                </a:solidFill>
                <a:latin typeface="Arial" charset="0"/>
                <a:ea typeface="ＭＳ Ｐゴシック" pitchFamily="16" charset="-128"/>
              </a:defRPr>
            </a:lvl8pPr>
            <a:lvl9pPr marL="1828800" algn="ctr" rtl="0" fontAlgn="base">
              <a:spcBef>
                <a:spcPct val="0"/>
              </a:spcBef>
              <a:spcAft>
                <a:spcPct val="0"/>
              </a:spcAft>
              <a:defRPr sz="4400">
                <a:solidFill>
                  <a:schemeClr val="tx2"/>
                </a:solidFill>
                <a:latin typeface="Arial" charset="0"/>
                <a:ea typeface="ＭＳ Ｐゴシック" pitchFamily="16" charset="-128"/>
              </a:defRPr>
            </a:lvl9pPr>
          </a:lstStyle>
          <a:p>
            <a:pPr algn="ctr"/>
            <a:r>
              <a:rPr lang="en-US" smtClean="0">
                <a:solidFill>
                  <a:schemeClr val="bg1"/>
                </a:solidFill>
              </a:rPr>
              <a:t>Giới thiệu</a:t>
            </a:r>
            <a:endParaRPr lang="en-US" dirty="0" smtClean="0">
              <a:solidFill>
                <a:schemeClr val="bg1"/>
              </a:solidFill>
            </a:endParaRPr>
          </a:p>
        </p:txBody>
      </p:sp>
    </p:spTree>
    <p:extLst>
      <p:ext uri="{BB962C8B-B14F-4D97-AF65-F5344CB8AC3E}">
        <p14:creationId xmlns:p14="http://schemas.microsoft.com/office/powerpoint/2010/main" val="380012709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Kết quả hình ảnh cho network design PPDIOO"/>
          <p:cNvPicPr/>
          <p:nvPr/>
        </p:nvPicPr>
        <p:blipFill>
          <a:blip r:embed="rId2">
            <a:extLst>
              <a:ext uri="{28A0092B-C50C-407E-A947-70E740481C1C}">
                <a14:useLocalDpi xmlns:a14="http://schemas.microsoft.com/office/drawing/2010/main" val="0"/>
              </a:ext>
            </a:extLst>
          </a:blip>
          <a:srcRect/>
          <a:stretch>
            <a:fillRect/>
          </a:stretch>
        </p:blipFill>
        <p:spPr bwMode="auto">
          <a:xfrm>
            <a:off x="2133600" y="1295400"/>
            <a:ext cx="4426744" cy="4343400"/>
          </a:xfrm>
          <a:prstGeom prst="rect">
            <a:avLst/>
          </a:prstGeom>
          <a:noFill/>
          <a:ln>
            <a:noFill/>
          </a:ln>
        </p:spPr>
      </p:pic>
      <p:sp>
        <p:nvSpPr>
          <p:cNvPr id="4" name="Rectangle 9"/>
          <p:cNvSpPr txBox="1">
            <a:spLocks noChangeArrowheads="1"/>
          </p:cNvSpPr>
          <p:nvPr/>
        </p:nvSpPr>
        <p:spPr bwMode="auto">
          <a:xfrm>
            <a:off x="76200" y="152400"/>
            <a:ext cx="9067800" cy="6858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rtl="0" eaLnBrk="0" fontAlgn="base" hangingPunct="0">
              <a:spcBef>
                <a:spcPct val="0"/>
              </a:spcBef>
              <a:spcAft>
                <a:spcPct val="0"/>
              </a:spcAft>
              <a:defRPr sz="3600" b="1">
                <a:solidFill>
                  <a:schemeClr val="tx1"/>
                </a:solidFill>
                <a:latin typeface="+mj-lt"/>
                <a:ea typeface="+mj-ea"/>
                <a:cs typeface="+mj-cs"/>
              </a:defRPr>
            </a:lvl1pPr>
            <a:lvl2pPr algn="l" rtl="0" eaLnBrk="0" fontAlgn="base" hangingPunct="0">
              <a:spcBef>
                <a:spcPct val="0"/>
              </a:spcBef>
              <a:spcAft>
                <a:spcPct val="0"/>
              </a:spcAft>
              <a:defRPr sz="3600" b="1">
                <a:solidFill>
                  <a:schemeClr val="tx1"/>
                </a:solidFill>
                <a:latin typeface="Arial" charset="0"/>
                <a:ea typeface="ＭＳ Ｐゴシック" pitchFamily="16" charset="-128"/>
              </a:defRPr>
            </a:lvl2pPr>
            <a:lvl3pPr algn="l" rtl="0" eaLnBrk="0" fontAlgn="base" hangingPunct="0">
              <a:spcBef>
                <a:spcPct val="0"/>
              </a:spcBef>
              <a:spcAft>
                <a:spcPct val="0"/>
              </a:spcAft>
              <a:defRPr sz="3600" b="1">
                <a:solidFill>
                  <a:schemeClr val="tx1"/>
                </a:solidFill>
                <a:latin typeface="Arial" charset="0"/>
                <a:ea typeface="ＭＳ Ｐゴシック" pitchFamily="16" charset="-128"/>
              </a:defRPr>
            </a:lvl3pPr>
            <a:lvl4pPr algn="l" rtl="0" eaLnBrk="0" fontAlgn="base" hangingPunct="0">
              <a:spcBef>
                <a:spcPct val="0"/>
              </a:spcBef>
              <a:spcAft>
                <a:spcPct val="0"/>
              </a:spcAft>
              <a:defRPr sz="3600" b="1">
                <a:solidFill>
                  <a:schemeClr val="tx1"/>
                </a:solidFill>
                <a:latin typeface="Arial" charset="0"/>
                <a:ea typeface="ＭＳ Ｐゴシック" pitchFamily="16" charset="-128"/>
              </a:defRPr>
            </a:lvl4pPr>
            <a:lvl5pPr algn="l" rtl="0" eaLnBrk="0" fontAlgn="base" hangingPunct="0">
              <a:spcBef>
                <a:spcPct val="0"/>
              </a:spcBef>
              <a:spcAft>
                <a:spcPct val="0"/>
              </a:spcAft>
              <a:defRPr sz="3600" b="1">
                <a:solidFill>
                  <a:schemeClr val="tx1"/>
                </a:solidFill>
                <a:latin typeface="Arial" charset="0"/>
                <a:ea typeface="ＭＳ Ｐゴシック" pitchFamily="16" charset="-128"/>
              </a:defRPr>
            </a:lvl5pPr>
            <a:lvl6pPr marL="457200" algn="ctr" rtl="0" fontAlgn="base">
              <a:spcBef>
                <a:spcPct val="0"/>
              </a:spcBef>
              <a:spcAft>
                <a:spcPct val="0"/>
              </a:spcAft>
              <a:defRPr sz="4400">
                <a:solidFill>
                  <a:schemeClr val="tx2"/>
                </a:solidFill>
                <a:latin typeface="Arial" charset="0"/>
                <a:ea typeface="ＭＳ Ｐゴシック" pitchFamily="16" charset="-128"/>
              </a:defRPr>
            </a:lvl6pPr>
            <a:lvl7pPr marL="914400" algn="ctr" rtl="0" fontAlgn="base">
              <a:spcBef>
                <a:spcPct val="0"/>
              </a:spcBef>
              <a:spcAft>
                <a:spcPct val="0"/>
              </a:spcAft>
              <a:defRPr sz="4400">
                <a:solidFill>
                  <a:schemeClr val="tx2"/>
                </a:solidFill>
                <a:latin typeface="Arial" charset="0"/>
                <a:ea typeface="ＭＳ Ｐゴシック" pitchFamily="16" charset="-128"/>
              </a:defRPr>
            </a:lvl7pPr>
            <a:lvl8pPr marL="1371600" algn="ctr" rtl="0" fontAlgn="base">
              <a:spcBef>
                <a:spcPct val="0"/>
              </a:spcBef>
              <a:spcAft>
                <a:spcPct val="0"/>
              </a:spcAft>
              <a:defRPr sz="4400">
                <a:solidFill>
                  <a:schemeClr val="tx2"/>
                </a:solidFill>
                <a:latin typeface="Arial" charset="0"/>
                <a:ea typeface="ＭＳ Ｐゴシック" pitchFamily="16" charset="-128"/>
              </a:defRPr>
            </a:lvl8pPr>
            <a:lvl9pPr marL="1828800" algn="ctr" rtl="0" fontAlgn="base">
              <a:spcBef>
                <a:spcPct val="0"/>
              </a:spcBef>
              <a:spcAft>
                <a:spcPct val="0"/>
              </a:spcAft>
              <a:defRPr sz="4400">
                <a:solidFill>
                  <a:schemeClr val="tx2"/>
                </a:solidFill>
                <a:latin typeface="Arial" charset="0"/>
                <a:ea typeface="ＭＳ Ｐゴシック" pitchFamily="16" charset="-128"/>
              </a:defRPr>
            </a:lvl9pPr>
          </a:lstStyle>
          <a:p>
            <a:pPr algn="ctr"/>
            <a:r>
              <a:rPr lang="en-US" smtClean="0">
                <a:solidFill>
                  <a:schemeClr val="bg1"/>
                </a:solidFill>
              </a:rPr>
              <a:t>Chu kỳ triển khai giải pháp</a:t>
            </a:r>
            <a:endParaRPr lang="en-US" dirty="0" smtClean="0">
              <a:solidFill>
                <a:schemeClr val="bg1"/>
              </a:solidFill>
            </a:endParaRPr>
          </a:p>
        </p:txBody>
      </p:sp>
    </p:spTree>
    <p:extLst>
      <p:ext uri="{BB962C8B-B14F-4D97-AF65-F5344CB8AC3E}">
        <p14:creationId xmlns:p14="http://schemas.microsoft.com/office/powerpoint/2010/main" val="298262866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351508"/>
            <a:ext cx="8305800" cy="2985433"/>
          </a:xfrm>
          <a:prstGeom prst="rect">
            <a:avLst/>
          </a:prstGeom>
        </p:spPr>
        <p:txBody>
          <a:bodyPr wrap="square">
            <a:spAutoFit/>
          </a:bodyPr>
          <a:lstStyle/>
          <a:p>
            <a:pPr marL="342900" indent="-342900">
              <a:spcBef>
                <a:spcPts val="1200"/>
              </a:spcBef>
              <a:spcAft>
                <a:spcPts val="1200"/>
              </a:spcAft>
              <a:buFont typeface="Wingdings" pitchFamily="2" charset="2"/>
              <a:buChar char="§"/>
            </a:pPr>
            <a:r>
              <a:rPr lang="en-US" b="0"/>
              <a:t>Mặc dù có sự phân chia thành 6 giai đoạn như trên, tuy nhiên một số yếu tố thiết kế có thể có mặt trong tất cả các giai đoạn khác. </a:t>
            </a:r>
            <a:endParaRPr lang="en-US" b="0" smtClean="0"/>
          </a:p>
          <a:p>
            <a:pPr marL="342900" indent="-342900">
              <a:spcBef>
                <a:spcPts val="1200"/>
              </a:spcBef>
              <a:spcAft>
                <a:spcPts val="1200"/>
              </a:spcAft>
              <a:buFont typeface="Wingdings" pitchFamily="2" charset="2"/>
              <a:buChar char="§"/>
            </a:pPr>
            <a:r>
              <a:rPr lang="en-US" b="0" smtClean="0"/>
              <a:t>Các </a:t>
            </a:r>
            <a:r>
              <a:rPr lang="en-US" b="0"/>
              <a:t>giai đoạn thiết kế như trên có thể xem là hướng dẫn cơ bản ban đầu để tham khảo trong quá trình thiết kế. Việc thiết kế có thể điều chỉnh cho phù hợp với từng trường hợp cụ thể.</a:t>
            </a:r>
          </a:p>
        </p:txBody>
      </p:sp>
      <p:sp>
        <p:nvSpPr>
          <p:cNvPr id="3" name="Rectangle 9"/>
          <p:cNvSpPr txBox="1">
            <a:spLocks noChangeArrowheads="1"/>
          </p:cNvSpPr>
          <p:nvPr/>
        </p:nvSpPr>
        <p:spPr bwMode="auto">
          <a:xfrm>
            <a:off x="76200" y="152400"/>
            <a:ext cx="9067800" cy="6858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rtl="0" eaLnBrk="0" fontAlgn="base" hangingPunct="0">
              <a:spcBef>
                <a:spcPct val="0"/>
              </a:spcBef>
              <a:spcAft>
                <a:spcPct val="0"/>
              </a:spcAft>
              <a:defRPr sz="3600" b="1">
                <a:solidFill>
                  <a:schemeClr val="tx1"/>
                </a:solidFill>
                <a:latin typeface="+mj-lt"/>
                <a:ea typeface="+mj-ea"/>
                <a:cs typeface="+mj-cs"/>
              </a:defRPr>
            </a:lvl1pPr>
            <a:lvl2pPr algn="l" rtl="0" eaLnBrk="0" fontAlgn="base" hangingPunct="0">
              <a:spcBef>
                <a:spcPct val="0"/>
              </a:spcBef>
              <a:spcAft>
                <a:spcPct val="0"/>
              </a:spcAft>
              <a:defRPr sz="3600" b="1">
                <a:solidFill>
                  <a:schemeClr val="tx1"/>
                </a:solidFill>
                <a:latin typeface="Arial" charset="0"/>
                <a:ea typeface="ＭＳ Ｐゴシック" pitchFamily="16" charset="-128"/>
              </a:defRPr>
            </a:lvl2pPr>
            <a:lvl3pPr algn="l" rtl="0" eaLnBrk="0" fontAlgn="base" hangingPunct="0">
              <a:spcBef>
                <a:spcPct val="0"/>
              </a:spcBef>
              <a:spcAft>
                <a:spcPct val="0"/>
              </a:spcAft>
              <a:defRPr sz="3600" b="1">
                <a:solidFill>
                  <a:schemeClr val="tx1"/>
                </a:solidFill>
                <a:latin typeface="Arial" charset="0"/>
                <a:ea typeface="ＭＳ Ｐゴシック" pitchFamily="16" charset="-128"/>
              </a:defRPr>
            </a:lvl3pPr>
            <a:lvl4pPr algn="l" rtl="0" eaLnBrk="0" fontAlgn="base" hangingPunct="0">
              <a:spcBef>
                <a:spcPct val="0"/>
              </a:spcBef>
              <a:spcAft>
                <a:spcPct val="0"/>
              </a:spcAft>
              <a:defRPr sz="3600" b="1">
                <a:solidFill>
                  <a:schemeClr val="tx1"/>
                </a:solidFill>
                <a:latin typeface="Arial" charset="0"/>
                <a:ea typeface="ＭＳ Ｐゴシック" pitchFamily="16" charset="-128"/>
              </a:defRPr>
            </a:lvl4pPr>
            <a:lvl5pPr algn="l" rtl="0" eaLnBrk="0" fontAlgn="base" hangingPunct="0">
              <a:spcBef>
                <a:spcPct val="0"/>
              </a:spcBef>
              <a:spcAft>
                <a:spcPct val="0"/>
              </a:spcAft>
              <a:defRPr sz="3600" b="1">
                <a:solidFill>
                  <a:schemeClr val="tx1"/>
                </a:solidFill>
                <a:latin typeface="Arial" charset="0"/>
                <a:ea typeface="ＭＳ Ｐゴシック" pitchFamily="16" charset="-128"/>
              </a:defRPr>
            </a:lvl5pPr>
            <a:lvl6pPr marL="457200" algn="ctr" rtl="0" fontAlgn="base">
              <a:spcBef>
                <a:spcPct val="0"/>
              </a:spcBef>
              <a:spcAft>
                <a:spcPct val="0"/>
              </a:spcAft>
              <a:defRPr sz="4400">
                <a:solidFill>
                  <a:schemeClr val="tx2"/>
                </a:solidFill>
                <a:latin typeface="Arial" charset="0"/>
                <a:ea typeface="ＭＳ Ｐゴシック" pitchFamily="16" charset="-128"/>
              </a:defRPr>
            </a:lvl6pPr>
            <a:lvl7pPr marL="914400" algn="ctr" rtl="0" fontAlgn="base">
              <a:spcBef>
                <a:spcPct val="0"/>
              </a:spcBef>
              <a:spcAft>
                <a:spcPct val="0"/>
              </a:spcAft>
              <a:defRPr sz="4400">
                <a:solidFill>
                  <a:schemeClr val="tx2"/>
                </a:solidFill>
                <a:latin typeface="Arial" charset="0"/>
                <a:ea typeface="ＭＳ Ｐゴシック" pitchFamily="16" charset="-128"/>
              </a:defRPr>
            </a:lvl7pPr>
            <a:lvl8pPr marL="1371600" algn="ctr" rtl="0" fontAlgn="base">
              <a:spcBef>
                <a:spcPct val="0"/>
              </a:spcBef>
              <a:spcAft>
                <a:spcPct val="0"/>
              </a:spcAft>
              <a:defRPr sz="4400">
                <a:solidFill>
                  <a:schemeClr val="tx2"/>
                </a:solidFill>
                <a:latin typeface="Arial" charset="0"/>
                <a:ea typeface="ＭＳ Ｐゴシック" pitchFamily="16" charset="-128"/>
              </a:defRPr>
            </a:lvl8pPr>
            <a:lvl9pPr marL="1828800" algn="ctr" rtl="0" fontAlgn="base">
              <a:spcBef>
                <a:spcPct val="0"/>
              </a:spcBef>
              <a:spcAft>
                <a:spcPct val="0"/>
              </a:spcAft>
              <a:defRPr sz="4400">
                <a:solidFill>
                  <a:schemeClr val="tx2"/>
                </a:solidFill>
                <a:latin typeface="Arial" charset="0"/>
                <a:ea typeface="ＭＳ Ｐゴシック" pitchFamily="16" charset="-128"/>
              </a:defRPr>
            </a:lvl9pPr>
          </a:lstStyle>
          <a:p>
            <a:pPr algn="ctr"/>
            <a:r>
              <a:rPr lang="en-US" smtClean="0">
                <a:solidFill>
                  <a:schemeClr val="bg1"/>
                </a:solidFill>
              </a:rPr>
              <a:t>Chu kỳ triển khai giải pháp</a:t>
            </a:r>
            <a:endParaRPr lang="en-US" dirty="0" smtClean="0">
              <a:solidFill>
                <a:schemeClr val="bg1"/>
              </a:solidFill>
            </a:endParaRPr>
          </a:p>
        </p:txBody>
      </p:sp>
    </p:spTree>
    <p:extLst>
      <p:ext uri="{BB962C8B-B14F-4D97-AF65-F5344CB8AC3E}">
        <p14:creationId xmlns:p14="http://schemas.microsoft.com/office/powerpoint/2010/main" val="334771895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9"/>
          <p:cNvSpPr txBox="1">
            <a:spLocks noChangeArrowheads="1"/>
          </p:cNvSpPr>
          <p:nvPr/>
        </p:nvSpPr>
        <p:spPr bwMode="auto">
          <a:xfrm>
            <a:off x="76200" y="152400"/>
            <a:ext cx="9067800" cy="6858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rtl="0" eaLnBrk="0" fontAlgn="base" hangingPunct="0">
              <a:spcBef>
                <a:spcPct val="0"/>
              </a:spcBef>
              <a:spcAft>
                <a:spcPct val="0"/>
              </a:spcAft>
              <a:defRPr sz="3600" b="1">
                <a:solidFill>
                  <a:schemeClr val="tx1"/>
                </a:solidFill>
                <a:latin typeface="+mj-lt"/>
                <a:ea typeface="+mj-ea"/>
                <a:cs typeface="+mj-cs"/>
              </a:defRPr>
            </a:lvl1pPr>
            <a:lvl2pPr algn="l" rtl="0" eaLnBrk="0" fontAlgn="base" hangingPunct="0">
              <a:spcBef>
                <a:spcPct val="0"/>
              </a:spcBef>
              <a:spcAft>
                <a:spcPct val="0"/>
              </a:spcAft>
              <a:defRPr sz="3600" b="1">
                <a:solidFill>
                  <a:schemeClr val="tx1"/>
                </a:solidFill>
                <a:latin typeface="Arial" charset="0"/>
                <a:ea typeface="ＭＳ Ｐゴシック" pitchFamily="16" charset="-128"/>
              </a:defRPr>
            </a:lvl2pPr>
            <a:lvl3pPr algn="l" rtl="0" eaLnBrk="0" fontAlgn="base" hangingPunct="0">
              <a:spcBef>
                <a:spcPct val="0"/>
              </a:spcBef>
              <a:spcAft>
                <a:spcPct val="0"/>
              </a:spcAft>
              <a:defRPr sz="3600" b="1">
                <a:solidFill>
                  <a:schemeClr val="tx1"/>
                </a:solidFill>
                <a:latin typeface="Arial" charset="0"/>
                <a:ea typeface="ＭＳ Ｐゴシック" pitchFamily="16" charset="-128"/>
              </a:defRPr>
            </a:lvl3pPr>
            <a:lvl4pPr algn="l" rtl="0" eaLnBrk="0" fontAlgn="base" hangingPunct="0">
              <a:spcBef>
                <a:spcPct val="0"/>
              </a:spcBef>
              <a:spcAft>
                <a:spcPct val="0"/>
              </a:spcAft>
              <a:defRPr sz="3600" b="1">
                <a:solidFill>
                  <a:schemeClr val="tx1"/>
                </a:solidFill>
                <a:latin typeface="Arial" charset="0"/>
                <a:ea typeface="ＭＳ Ｐゴシック" pitchFamily="16" charset="-128"/>
              </a:defRPr>
            </a:lvl4pPr>
            <a:lvl5pPr algn="l" rtl="0" eaLnBrk="0" fontAlgn="base" hangingPunct="0">
              <a:spcBef>
                <a:spcPct val="0"/>
              </a:spcBef>
              <a:spcAft>
                <a:spcPct val="0"/>
              </a:spcAft>
              <a:defRPr sz="3600" b="1">
                <a:solidFill>
                  <a:schemeClr val="tx1"/>
                </a:solidFill>
                <a:latin typeface="Arial" charset="0"/>
                <a:ea typeface="ＭＳ Ｐゴシック" pitchFamily="16" charset="-128"/>
              </a:defRPr>
            </a:lvl5pPr>
            <a:lvl6pPr marL="457200" algn="ctr" rtl="0" fontAlgn="base">
              <a:spcBef>
                <a:spcPct val="0"/>
              </a:spcBef>
              <a:spcAft>
                <a:spcPct val="0"/>
              </a:spcAft>
              <a:defRPr sz="4400">
                <a:solidFill>
                  <a:schemeClr val="tx2"/>
                </a:solidFill>
                <a:latin typeface="Arial" charset="0"/>
                <a:ea typeface="ＭＳ Ｐゴシック" pitchFamily="16" charset="-128"/>
              </a:defRPr>
            </a:lvl6pPr>
            <a:lvl7pPr marL="914400" algn="ctr" rtl="0" fontAlgn="base">
              <a:spcBef>
                <a:spcPct val="0"/>
              </a:spcBef>
              <a:spcAft>
                <a:spcPct val="0"/>
              </a:spcAft>
              <a:defRPr sz="4400">
                <a:solidFill>
                  <a:schemeClr val="tx2"/>
                </a:solidFill>
                <a:latin typeface="Arial" charset="0"/>
                <a:ea typeface="ＭＳ Ｐゴシック" pitchFamily="16" charset="-128"/>
              </a:defRPr>
            </a:lvl7pPr>
            <a:lvl8pPr marL="1371600" algn="ctr" rtl="0" fontAlgn="base">
              <a:spcBef>
                <a:spcPct val="0"/>
              </a:spcBef>
              <a:spcAft>
                <a:spcPct val="0"/>
              </a:spcAft>
              <a:defRPr sz="4400">
                <a:solidFill>
                  <a:schemeClr val="tx2"/>
                </a:solidFill>
                <a:latin typeface="Arial" charset="0"/>
                <a:ea typeface="ＭＳ Ｐゴシック" pitchFamily="16" charset="-128"/>
              </a:defRPr>
            </a:lvl8pPr>
            <a:lvl9pPr marL="1828800" algn="ctr" rtl="0" fontAlgn="base">
              <a:spcBef>
                <a:spcPct val="0"/>
              </a:spcBef>
              <a:spcAft>
                <a:spcPct val="0"/>
              </a:spcAft>
              <a:defRPr sz="4400">
                <a:solidFill>
                  <a:schemeClr val="tx2"/>
                </a:solidFill>
                <a:latin typeface="Arial" charset="0"/>
                <a:ea typeface="ＭＳ Ｐゴシック" pitchFamily="16" charset="-128"/>
              </a:defRPr>
            </a:lvl9pPr>
          </a:lstStyle>
          <a:p>
            <a:pPr algn="ctr"/>
            <a:r>
              <a:rPr lang="en-US" smtClean="0">
                <a:solidFill>
                  <a:schemeClr val="bg1"/>
                </a:solidFill>
              </a:rPr>
              <a:t>Một số lợi ích</a:t>
            </a:r>
            <a:endParaRPr lang="en-US" dirty="0" smtClean="0">
              <a:solidFill>
                <a:schemeClr val="bg1"/>
              </a:solidFill>
            </a:endParaRPr>
          </a:p>
        </p:txBody>
      </p:sp>
      <p:sp>
        <p:nvSpPr>
          <p:cNvPr id="3" name="Rectangle 2"/>
          <p:cNvSpPr/>
          <p:nvPr/>
        </p:nvSpPr>
        <p:spPr>
          <a:xfrm>
            <a:off x="152400" y="1183725"/>
            <a:ext cx="8915400" cy="3847207"/>
          </a:xfrm>
          <a:prstGeom prst="rect">
            <a:avLst/>
          </a:prstGeom>
        </p:spPr>
        <p:txBody>
          <a:bodyPr wrap="square">
            <a:spAutoFit/>
          </a:bodyPr>
          <a:lstStyle/>
          <a:p>
            <a:pPr marL="457200" indent="-457200">
              <a:buFont typeface="+mj-lt"/>
              <a:buAutoNum type="arabicParenR"/>
            </a:pPr>
            <a:r>
              <a:rPr lang="vi-VN" smtClean="0">
                <a:solidFill>
                  <a:srgbClr val="FF0000"/>
                </a:solidFill>
              </a:rPr>
              <a:t>Giảm </a:t>
            </a:r>
            <a:r>
              <a:rPr lang="vi-VN">
                <a:solidFill>
                  <a:srgbClr val="FF0000"/>
                </a:solidFill>
              </a:rPr>
              <a:t>tổng chi phí đầu tư cho hệ thống của một tổ </a:t>
            </a:r>
            <a:r>
              <a:rPr lang="vi-VN" smtClean="0">
                <a:solidFill>
                  <a:srgbClr val="FF0000"/>
                </a:solidFill>
              </a:rPr>
              <a:t>chức</a:t>
            </a:r>
            <a:endParaRPr lang="en-US">
              <a:solidFill>
                <a:srgbClr val="FF0000"/>
              </a:solidFill>
            </a:endParaRPr>
          </a:p>
          <a:p>
            <a:pPr marL="800100" lvl="1" indent="-342900">
              <a:spcBef>
                <a:spcPts val="1200"/>
              </a:spcBef>
              <a:spcAft>
                <a:spcPts val="600"/>
              </a:spcAft>
              <a:buFont typeface="Wingdings" pitchFamily="2" charset="2"/>
              <a:buChar char="ü"/>
            </a:pPr>
            <a:r>
              <a:rPr lang="en-US" sz="2000" b="0" smtClean="0"/>
              <a:t>Xác định các yêu cầu công nghệ</a:t>
            </a:r>
          </a:p>
          <a:p>
            <a:pPr marL="800100" lvl="1" indent="-342900">
              <a:spcBef>
                <a:spcPts val="600"/>
              </a:spcBef>
              <a:spcAft>
                <a:spcPts val="600"/>
              </a:spcAft>
              <a:buFont typeface="Wingdings" pitchFamily="2" charset="2"/>
              <a:buChar char="ü"/>
            </a:pPr>
            <a:r>
              <a:rPr lang="en-US" sz="2000" b="0" smtClean="0"/>
              <a:t>Lập kế hoạch thay đổi các yếu cầu về cơ sở hạ tầng và nguồn lực</a:t>
            </a:r>
          </a:p>
          <a:p>
            <a:pPr marL="800100" lvl="1" indent="-342900">
              <a:spcBef>
                <a:spcPts val="600"/>
              </a:spcBef>
              <a:spcAft>
                <a:spcPts val="600"/>
              </a:spcAft>
              <a:buFont typeface="Wingdings" pitchFamily="2" charset="2"/>
              <a:buChar char="ü"/>
            </a:pPr>
            <a:r>
              <a:rPr lang="en-US" sz="2000" b="0" smtClean="0"/>
              <a:t>Phát </a:t>
            </a:r>
            <a:r>
              <a:rPr lang="en-US" sz="2000" b="0"/>
              <a:t>triển thiết kế phù hợp với các yêu cầu kỹ thuật và mục đích kinh doanh</a:t>
            </a:r>
          </a:p>
          <a:p>
            <a:pPr marL="800100" lvl="1" indent="-342900">
              <a:spcBef>
                <a:spcPts val="600"/>
              </a:spcBef>
              <a:spcAft>
                <a:spcPts val="600"/>
              </a:spcAft>
              <a:buFont typeface="Wingdings" pitchFamily="2" charset="2"/>
              <a:buChar char="ü"/>
            </a:pPr>
            <a:r>
              <a:rPr lang="en-US" sz="2000" b="0"/>
              <a:t>Đẩy nhanh việc triển khai thành công</a:t>
            </a:r>
          </a:p>
          <a:p>
            <a:pPr marL="800100" lvl="1" indent="-342900">
              <a:spcBef>
                <a:spcPts val="600"/>
              </a:spcBef>
              <a:spcAft>
                <a:spcPts val="600"/>
              </a:spcAft>
              <a:buFont typeface="Wingdings" pitchFamily="2" charset="2"/>
              <a:buChar char="ü"/>
            </a:pPr>
            <a:r>
              <a:rPr lang="en-US" sz="2000" b="0"/>
              <a:t>Nâng cao hiệu quả của mạng và nhân viên hỗ trợ</a:t>
            </a:r>
          </a:p>
          <a:p>
            <a:pPr marL="800100" lvl="1" indent="-342900">
              <a:spcBef>
                <a:spcPts val="600"/>
              </a:spcBef>
              <a:spcAft>
                <a:spcPts val="600"/>
              </a:spcAft>
              <a:buFont typeface="Wingdings" pitchFamily="2" charset="2"/>
              <a:buChar char="ü"/>
            </a:pPr>
            <a:r>
              <a:rPr lang="en-US" sz="2000" b="0"/>
              <a:t>Giảm chi phí vận hành bằng việc nâng cao hiệu quả của các quy trình hoạt động và công cụ </a:t>
            </a:r>
          </a:p>
        </p:txBody>
      </p:sp>
    </p:spTree>
    <p:extLst>
      <p:ext uri="{BB962C8B-B14F-4D97-AF65-F5344CB8AC3E}">
        <p14:creationId xmlns:p14="http://schemas.microsoft.com/office/powerpoint/2010/main" val="57073101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9"/>
          <p:cNvSpPr txBox="1">
            <a:spLocks noChangeArrowheads="1"/>
          </p:cNvSpPr>
          <p:nvPr/>
        </p:nvSpPr>
        <p:spPr bwMode="auto">
          <a:xfrm>
            <a:off x="76200" y="152400"/>
            <a:ext cx="9067800" cy="6858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rtl="0" eaLnBrk="0" fontAlgn="base" hangingPunct="0">
              <a:spcBef>
                <a:spcPct val="0"/>
              </a:spcBef>
              <a:spcAft>
                <a:spcPct val="0"/>
              </a:spcAft>
              <a:defRPr sz="3600" b="1">
                <a:solidFill>
                  <a:schemeClr val="tx1"/>
                </a:solidFill>
                <a:latin typeface="+mj-lt"/>
                <a:ea typeface="+mj-ea"/>
                <a:cs typeface="+mj-cs"/>
              </a:defRPr>
            </a:lvl1pPr>
            <a:lvl2pPr algn="l" rtl="0" eaLnBrk="0" fontAlgn="base" hangingPunct="0">
              <a:spcBef>
                <a:spcPct val="0"/>
              </a:spcBef>
              <a:spcAft>
                <a:spcPct val="0"/>
              </a:spcAft>
              <a:defRPr sz="3600" b="1">
                <a:solidFill>
                  <a:schemeClr val="tx1"/>
                </a:solidFill>
                <a:latin typeface="Arial" charset="0"/>
                <a:ea typeface="ＭＳ Ｐゴシック" pitchFamily="16" charset="-128"/>
              </a:defRPr>
            </a:lvl2pPr>
            <a:lvl3pPr algn="l" rtl="0" eaLnBrk="0" fontAlgn="base" hangingPunct="0">
              <a:spcBef>
                <a:spcPct val="0"/>
              </a:spcBef>
              <a:spcAft>
                <a:spcPct val="0"/>
              </a:spcAft>
              <a:defRPr sz="3600" b="1">
                <a:solidFill>
                  <a:schemeClr val="tx1"/>
                </a:solidFill>
                <a:latin typeface="Arial" charset="0"/>
                <a:ea typeface="ＭＳ Ｐゴシック" pitchFamily="16" charset="-128"/>
              </a:defRPr>
            </a:lvl3pPr>
            <a:lvl4pPr algn="l" rtl="0" eaLnBrk="0" fontAlgn="base" hangingPunct="0">
              <a:spcBef>
                <a:spcPct val="0"/>
              </a:spcBef>
              <a:spcAft>
                <a:spcPct val="0"/>
              </a:spcAft>
              <a:defRPr sz="3600" b="1">
                <a:solidFill>
                  <a:schemeClr val="tx1"/>
                </a:solidFill>
                <a:latin typeface="Arial" charset="0"/>
                <a:ea typeface="ＭＳ Ｐゴシック" pitchFamily="16" charset="-128"/>
              </a:defRPr>
            </a:lvl4pPr>
            <a:lvl5pPr algn="l" rtl="0" eaLnBrk="0" fontAlgn="base" hangingPunct="0">
              <a:spcBef>
                <a:spcPct val="0"/>
              </a:spcBef>
              <a:spcAft>
                <a:spcPct val="0"/>
              </a:spcAft>
              <a:defRPr sz="3600" b="1">
                <a:solidFill>
                  <a:schemeClr val="tx1"/>
                </a:solidFill>
                <a:latin typeface="Arial" charset="0"/>
                <a:ea typeface="ＭＳ Ｐゴシック" pitchFamily="16" charset="-128"/>
              </a:defRPr>
            </a:lvl5pPr>
            <a:lvl6pPr marL="457200" algn="ctr" rtl="0" fontAlgn="base">
              <a:spcBef>
                <a:spcPct val="0"/>
              </a:spcBef>
              <a:spcAft>
                <a:spcPct val="0"/>
              </a:spcAft>
              <a:defRPr sz="4400">
                <a:solidFill>
                  <a:schemeClr val="tx2"/>
                </a:solidFill>
                <a:latin typeface="Arial" charset="0"/>
                <a:ea typeface="ＭＳ Ｐゴシック" pitchFamily="16" charset="-128"/>
              </a:defRPr>
            </a:lvl6pPr>
            <a:lvl7pPr marL="914400" algn="ctr" rtl="0" fontAlgn="base">
              <a:spcBef>
                <a:spcPct val="0"/>
              </a:spcBef>
              <a:spcAft>
                <a:spcPct val="0"/>
              </a:spcAft>
              <a:defRPr sz="4400">
                <a:solidFill>
                  <a:schemeClr val="tx2"/>
                </a:solidFill>
                <a:latin typeface="Arial" charset="0"/>
                <a:ea typeface="ＭＳ Ｐゴシック" pitchFamily="16" charset="-128"/>
              </a:defRPr>
            </a:lvl7pPr>
            <a:lvl8pPr marL="1371600" algn="ctr" rtl="0" fontAlgn="base">
              <a:spcBef>
                <a:spcPct val="0"/>
              </a:spcBef>
              <a:spcAft>
                <a:spcPct val="0"/>
              </a:spcAft>
              <a:defRPr sz="4400">
                <a:solidFill>
                  <a:schemeClr val="tx2"/>
                </a:solidFill>
                <a:latin typeface="Arial" charset="0"/>
                <a:ea typeface="ＭＳ Ｐゴシック" pitchFamily="16" charset="-128"/>
              </a:defRPr>
            </a:lvl8pPr>
            <a:lvl9pPr marL="1828800" algn="ctr" rtl="0" fontAlgn="base">
              <a:spcBef>
                <a:spcPct val="0"/>
              </a:spcBef>
              <a:spcAft>
                <a:spcPct val="0"/>
              </a:spcAft>
              <a:defRPr sz="4400">
                <a:solidFill>
                  <a:schemeClr val="tx2"/>
                </a:solidFill>
                <a:latin typeface="Arial" charset="0"/>
                <a:ea typeface="ＭＳ Ｐゴシック" pitchFamily="16" charset="-128"/>
              </a:defRPr>
            </a:lvl9pPr>
          </a:lstStyle>
          <a:p>
            <a:pPr algn="ctr"/>
            <a:r>
              <a:rPr lang="en-US" smtClean="0">
                <a:solidFill>
                  <a:schemeClr val="bg1"/>
                </a:solidFill>
              </a:rPr>
              <a:t>Một số lợi ích</a:t>
            </a:r>
            <a:endParaRPr lang="en-US" dirty="0" smtClean="0">
              <a:solidFill>
                <a:schemeClr val="bg1"/>
              </a:solidFill>
            </a:endParaRPr>
          </a:p>
        </p:txBody>
      </p:sp>
      <p:sp>
        <p:nvSpPr>
          <p:cNvPr id="3" name="Rectangle 2"/>
          <p:cNvSpPr/>
          <p:nvPr/>
        </p:nvSpPr>
        <p:spPr>
          <a:xfrm>
            <a:off x="152400" y="990600"/>
            <a:ext cx="8915400" cy="3901068"/>
          </a:xfrm>
          <a:prstGeom prst="rect">
            <a:avLst/>
          </a:prstGeom>
        </p:spPr>
        <p:txBody>
          <a:bodyPr wrap="square">
            <a:spAutoFit/>
          </a:bodyPr>
          <a:lstStyle/>
          <a:p>
            <a:r>
              <a:rPr lang="en-US" i="1" smtClean="0"/>
              <a:t>2) Tăng </a:t>
            </a:r>
            <a:r>
              <a:rPr lang="en-US" i="1"/>
              <a:t>tính sẵn sàng của </a:t>
            </a:r>
            <a:r>
              <a:rPr lang="en-US" i="1" smtClean="0"/>
              <a:t>mạng</a:t>
            </a:r>
          </a:p>
          <a:p>
            <a:pPr lvl="1">
              <a:spcBef>
                <a:spcPts val="600"/>
              </a:spcBef>
              <a:spcAft>
                <a:spcPts val="600"/>
              </a:spcAft>
            </a:pPr>
            <a:r>
              <a:rPr lang="en-US" sz="2000" b="0"/>
              <a:t>Khả năng sẵn sàng của hệ thống luôn là ưu tiên hàng đầu của doanh nghiệp. Thời gian chết của mạng có thể dẫn tới mất doanh thu. </a:t>
            </a:r>
            <a:endParaRPr lang="en-US" sz="2000" b="0" smtClean="0"/>
          </a:p>
          <a:p>
            <a:pPr marL="800100" lvl="1" indent="-342900">
              <a:spcBef>
                <a:spcPts val="300"/>
              </a:spcBef>
              <a:spcAft>
                <a:spcPts val="600"/>
              </a:spcAft>
              <a:buFont typeface="Wingdings" pitchFamily="2" charset="2"/>
              <a:buChar char="ü"/>
            </a:pPr>
            <a:r>
              <a:rPr lang="en-US" sz="1800" b="0" smtClean="0"/>
              <a:t>Đánh </a:t>
            </a:r>
            <a:r>
              <a:rPr lang="en-US" sz="1800" b="0"/>
              <a:t>giá trạng thái an ninh của mạng để hỗ trợ các thiết kế đề </a:t>
            </a:r>
            <a:r>
              <a:rPr lang="en-US" sz="1800" b="0" smtClean="0"/>
              <a:t>xuất</a:t>
            </a:r>
          </a:p>
          <a:p>
            <a:pPr marL="800100" lvl="1" indent="-342900">
              <a:spcBef>
                <a:spcPts val="300"/>
              </a:spcBef>
              <a:spcAft>
                <a:spcPts val="600"/>
              </a:spcAft>
              <a:buFont typeface="Wingdings" pitchFamily="2" charset="2"/>
              <a:buChar char="ü"/>
            </a:pPr>
            <a:r>
              <a:rPr lang="en-US" sz="1800" b="0" smtClean="0"/>
              <a:t>Xác </a:t>
            </a:r>
            <a:r>
              <a:rPr lang="en-US" sz="1800" b="0"/>
              <a:t>định các hoạt động ổn định của phần cứng và phần </a:t>
            </a:r>
            <a:r>
              <a:rPr lang="en-US" sz="1800" b="0" smtClean="0"/>
              <a:t>mềm</a:t>
            </a:r>
          </a:p>
          <a:p>
            <a:pPr marL="800100" lvl="1" indent="-342900">
              <a:spcBef>
                <a:spcPts val="300"/>
              </a:spcBef>
              <a:spcAft>
                <a:spcPts val="600"/>
              </a:spcAft>
              <a:buFont typeface="Wingdings" pitchFamily="2" charset="2"/>
              <a:buChar char="ü"/>
            </a:pPr>
            <a:r>
              <a:rPr lang="en-US" sz="1800" b="0" smtClean="0"/>
              <a:t>Đưa </a:t>
            </a:r>
            <a:r>
              <a:rPr lang="en-US" sz="1800" b="0"/>
              <a:t>ra các thiết kế vận hành và xác nhận các hoạt động của </a:t>
            </a:r>
            <a:r>
              <a:rPr lang="en-US" sz="1800" b="0" smtClean="0"/>
              <a:t>mạng</a:t>
            </a:r>
          </a:p>
          <a:p>
            <a:pPr marL="800100" lvl="1" indent="-342900">
              <a:spcBef>
                <a:spcPts val="300"/>
              </a:spcBef>
              <a:spcAft>
                <a:spcPts val="600"/>
              </a:spcAft>
              <a:buFont typeface="Wingdings" pitchFamily="2" charset="2"/>
              <a:buChar char="ü"/>
            </a:pPr>
            <a:r>
              <a:rPr lang="en-US" sz="1800" b="0" smtClean="0"/>
              <a:t>Tiến </a:t>
            </a:r>
            <a:r>
              <a:rPr lang="en-US" sz="1800" b="0"/>
              <a:t>hành và thử nghiệm hệ thống đề xuất trước khi triển </a:t>
            </a:r>
            <a:r>
              <a:rPr lang="en-US" sz="1800" b="0" smtClean="0"/>
              <a:t>khai</a:t>
            </a:r>
          </a:p>
          <a:p>
            <a:pPr marL="800100" lvl="1" indent="-342900">
              <a:spcBef>
                <a:spcPts val="300"/>
              </a:spcBef>
              <a:spcAft>
                <a:spcPts val="600"/>
              </a:spcAft>
              <a:buFont typeface="Wingdings" pitchFamily="2" charset="2"/>
              <a:buChar char="ü"/>
            </a:pPr>
            <a:r>
              <a:rPr lang="en-US" sz="1800" b="0" smtClean="0"/>
              <a:t>Cải </a:t>
            </a:r>
            <a:r>
              <a:rPr lang="en-US" sz="1800" b="0"/>
              <a:t>thiện kỹ năng của nhân </a:t>
            </a:r>
            <a:r>
              <a:rPr lang="en-US" sz="1800" b="0" smtClean="0"/>
              <a:t>viên</a:t>
            </a:r>
          </a:p>
          <a:p>
            <a:pPr marL="800100" lvl="1" indent="-342900">
              <a:spcBef>
                <a:spcPts val="300"/>
              </a:spcBef>
              <a:spcAft>
                <a:spcPts val="600"/>
              </a:spcAft>
              <a:buFont typeface="Wingdings" pitchFamily="2" charset="2"/>
              <a:buChar char="ü"/>
            </a:pPr>
            <a:r>
              <a:rPr lang="en-US" sz="1800" b="0"/>
              <a:t>C</a:t>
            </a:r>
            <a:r>
              <a:rPr lang="en-US" sz="1800" b="0" smtClean="0"/>
              <a:t>hủ </a:t>
            </a:r>
            <a:r>
              <a:rPr lang="en-US" sz="1800" b="0"/>
              <a:t>động </a:t>
            </a:r>
            <a:r>
              <a:rPr lang="en-US" sz="1800" b="0" smtClean="0"/>
              <a:t>giám </a:t>
            </a:r>
            <a:r>
              <a:rPr lang="en-US" sz="1800" b="0"/>
              <a:t>sát hệ thống và đánh giá xu hướng sẵn sàng và các cảnh </a:t>
            </a:r>
            <a:r>
              <a:rPr lang="en-US" sz="1800" b="0" smtClean="0"/>
              <a:t>báo</a:t>
            </a:r>
          </a:p>
          <a:p>
            <a:pPr marL="800100" lvl="1" indent="-342900">
              <a:spcBef>
                <a:spcPts val="300"/>
              </a:spcBef>
              <a:spcAft>
                <a:spcPts val="600"/>
              </a:spcAft>
              <a:buFont typeface="Wingdings" pitchFamily="2" charset="2"/>
              <a:buChar char="ü"/>
            </a:pPr>
            <a:r>
              <a:rPr lang="en-US" sz="1800" b="0"/>
              <a:t>C</a:t>
            </a:r>
            <a:r>
              <a:rPr lang="en-US" sz="1800" b="0" smtClean="0"/>
              <a:t>hủ </a:t>
            </a:r>
            <a:r>
              <a:rPr lang="en-US" sz="1800" b="0"/>
              <a:t>động xác định các vi phạm an ninh và xác định kế hoạch khắc phục</a:t>
            </a:r>
          </a:p>
        </p:txBody>
      </p:sp>
    </p:spTree>
    <p:extLst>
      <p:ext uri="{BB962C8B-B14F-4D97-AF65-F5344CB8AC3E}">
        <p14:creationId xmlns:p14="http://schemas.microsoft.com/office/powerpoint/2010/main" val="351378581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9"/>
          <p:cNvSpPr txBox="1">
            <a:spLocks noChangeArrowheads="1"/>
          </p:cNvSpPr>
          <p:nvPr/>
        </p:nvSpPr>
        <p:spPr bwMode="auto">
          <a:xfrm>
            <a:off x="76200" y="152400"/>
            <a:ext cx="9067800" cy="6858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rtl="0" eaLnBrk="0" fontAlgn="base" hangingPunct="0">
              <a:spcBef>
                <a:spcPct val="0"/>
              </a:spcBef>
              <a:spcAft>
                <a:spcPct val="0"/>
              </a:spcAft>
              <a:defRPr sz="3600" b="1">
                <a:solidFill>
                  <a:schemeClr val="tx1"/>
                </a:solidFill>
                <a:latin typeface="+mj-lt"/>
                <a:ea typeface="+mj-ea"/>
                <a:cs typeface="+mj-cs"/>
              </a:defRPr>
            </a:lvl1pPr>
            <a:lvl2pPr algn="l" rtl="0" eaLnBrk="0" fontAlgn="base" hangingPunct="0">
              <a:spcBef>
                <a:spcPct val="0"/>
              </a:spcBef>
              <a:spcAft>
                <a:spcPct val="0"/>
              </a:spcAft>
              <a:defRPr sz="3600" b="1">
                <a:solidFill>
                  <a:schemeClr val="tx1"/>
                </a:solidFill>
                <a:latin typeface="Arial" charset="0"/>
                <a:ea typeface="ＭＳ Ｐゴシック" pitchFamily="16" charset="-128"/>
              </a:defRPr>
            </a:lvl2pPr>
            <a:lvl3pPr algn="l" rtl="0" eaLnBrk="0" fontAlgn="base" hangingPunct="0">
              <a:spcBef>
                <a:spcPct val="0"/>
              </a:spcBef>
              <a:spcAft>
                <a:spcPct val="0"/>
              </a:spcAft>
              <a:defRPr sz="3600" b="1">
                <a:solidFill>
                  <a:schemeClr val="tx1"/>
                </a:solidFill>
                <a:latin typeface="Arial" charset="0"/>
                <a:ea typeface="ＭＳ Ｐゴシック" pitchFamily="16" charset="-128"/>
              </a:defRPr>
            </a:lvl3pPr>
            <a:lvl4pPr algn="l" rtl="0" eaLnBrk="0" fontAlgn="base" hangingPunct="0">
              <a:spcBef>
                <a:spcPct val="0"/>
              </a:spcBef>
              <a:spcAft>
                <a:spcPct val="0"/>
              </a:spcAft>
              <a:defRPr sz="3600" b="1">
                <a:solidFill>
                  <a:schemeClr val="tx1"/>
                </a:solidFill>
                <a:latin typeface="Arial" charset="0"/>
                <a:ea typeface="ＭＳ Ｐゴシック" pitchFamily="16" charset="-128"/>
              </a:defRPr>
            </a:lvl4pPr>
            <a:lvl5pPr algn="l" rtl="0" eaLnBrk="0" fontAlgn="base" hangingPunct="0">
              <a:spcBef>
                <a:spcPct val="0"/>
              </a:spcBef>
              <a:spcAft>
                <a:spcPct val="0"/>
              </a:spcAft>
              <a:defRPr sz="3600" b="1">
                <a:solidFill>
                  <a:schemeClr val="tx1"/>
                </a:solidFill>
                <a:latin typeface="Arial" charset="0"/>
                <a:ea typeface="ＭＳ Ｐゴシック" pitchFamily="16" charset="-128"/>
              </a:defRPr>
            </a:lvl5pPr>
            <a:lvl6pPr marL="457200" algn="ctr" rtl="0" fontAlgn="base">
              <a:spcBef>
                <a:spcPct val="0"/>
              </a:spcBef>
              <a:spcAft>
                <a:spcPct val="0"/>
              </a:spcAft>
              <a:defRPr sz="4400">
                <a:solidFill>
                  <a:schemeClr val="tx2"/>
                </a:solidFill>
                <a:latin typeface="Arial" charset="0"/>
                <a:ea typeface="ＭＳ Ｐゴシック" pitchFamily="16" charset="-128"/>
              </a:defRPr>
            </a:lvl6pPr>
            <a:lvl7pPr marL="914400" algn="ctr" rtl="0" fontAlgn="base">
              <a:spcBef>
                <a:spcPct val="0"/>
              </a:spcBef>
              <a:spcAft>
                <a:spcPct val="0"/>
              </a:spcAft>
              <a:defRPr sz="4400">
                <a:solidFill>
                  <a:schemeClr val="tx2"/>
                </a:solidFill>
                <a:latin typeface="Arial" charset="0"/>
                <a:ea typeface="ＭＳ Ｐゴシック" pitchFamily="16" charset="-128"/>
              </a:defRPr>
            </a:lvl7pPr>
            <a:lvl8pPr marL="1371600" algn="ctr" rtl="0" fontAlgn="base">
              <a:spcBef>
                <a:spcPct val="0"/>
              </a:spcBef>
              <a:spcAft>
                <a:spcPct val="0"/>
              </a:spcAft>
              <a:defRPr sz="4400">
                <a:solidFill>
                  <a:schemeClr val="tx2"/>
                </a:solidFill>
                <a:latin typeface="Arial" charset="0"/>
                <a:ea typeface="ＭＳ Ｐゴシック" pitchFamily="16" charset="-128"/>
              </a:defRPr>
            </a:lvl8pPr>
            <a:lvl9pPr marL="1828800" algn="ctr" rtl="0" fontAlgn="base">
              <a:spcBef>
                <a:spcPct val="0"/>
              </a:spcBef>
              <a:spcAft>
                <a:spcPct val="0"/>
              </a:spcAft>
              <a:defRPr sz="4400">
                <a:solidFill>
                  <a:schemeClr val="tx2"/>
                </a:solidFill>
                <a:latin typeface="Arial" charset="0"/>
                <a:ea typeface="ＭＳ Ｐゴシック" pitchFamily="16" charset="-128"/>
              </a:defRPr>
            </a:lvl9pPr>
          </a:lstStyle>
          <a:p>
            <a:pPr algn="ctr"/>
            <a:r>
              <a:rPr lang="en-US" smtClean="0">
                <a:solidFill>
                  <a:schemeClr val="bg1"/>
                </a:solidFill>
              </a:rPr>
              <a:t>Một số lợi ích</a:t>
            </a:r>
            <a:endParaRPr lang="en-US" dirty="0" smtClean="0">
              <a:solidFill>
                <a:schemeClr val="bg1"/>
              </a:solidFill>
            </a:endParaRPr>
          </a:p>
        </p:txBody>
      </p:sp>
      <p:sp>
        <p:nvSpPr>
          <p:cNvPr id="3" name="Rectangle 2"/>
          <p:cNvSpPr/>
          <p:nvPr/>
        </p:nvSpPr>
        <p:spPr>
          <a:xfrm>
            <a:off x="152400" y="990600"/>
            <a:ext cx="8915400" cy="4809009"/>
          </a:xfrm>
          <a:prstGeom prst="rect">
            <a:avLst/>
          </a:prstGeom>
        </p:spPr>
        <p:txBody>
          <a:bodyPr wrap="square">
            <a:spAutoFit/>
          </a:bodyPr>
          <a:lstStyle/>
          <a:p>
            <a:r>
              <a:rPr lang="en-US" i="1" dirty="0"/>
              <a:t>3</a:t>
            </a:r>
            <a:r>
              <a:rPr lang="en-US" i="1" dirty="0" smtClean="0"/>
              <a:t>) </a:t>
            </a:r>
            <a:r>
              <a:rPr lang="en-US" i="1" dirty="0" err="1"/>
              <a:t>Nâng</a:t>
            </a:r>
            <a:r>
              <a:rPr lang="en-US" i="1" dirty="0"/>
              <a:t> </a:t>
            </a:r>
            <a:r>
              <a:rPr lang="en-US" i="1" dirty="0" err="1"/>
              <a:t>cao</a:t>
            </a:r>
            <a:r>
              <a:rPr lang="en-US" i="1" dirty="0"/>
              <a:t> </a:t>
            </a:r>
            <a:r>
              <a:rPr lang="en-US" i="1" dirty="0" err="1"/>
              <a:t>tính</a:t>
            </a:r>
            <a:r>
              <a:rPr lang="en-US" i="1" dirty="0"/>
              <a:t> </a:t>
            </a:r>
            <a:r>
              <a:rPr lang="en-US" i="1" dirty="0" err="1"/>
              <a:t>linh</a:t>
            </a:r>
            <a:r>
              <a:rPr lang="en-US" i="1" dirty="0"/>
              <a:t> </a:t>
            </a:r>
            <a:r>
              <a:rPr lang="en-US" i="1" dirty="0" err="1"/>
              <a:t>hoạt</a:t>
            </a:r>
            <a:r>
              <a:rPr lang="en-US" i="1" dirty="0"/>
              <a:t> </a:t>
            </a:r>
            <a:r>
              <a:rPr lang="en-US" i="1" dirty="0" err="1"/>
              <a:t>trong</a:t>
            </a:r>
            <a:r>
              <a:rPr lang="en-US" i="1" dirty="0"/>
              <a:t> </a:t>
            </a:r>
            <a:r>
              <a:rPr lang="en-US" i="1" dirty="0" err="1"/>
              <a:t>kinh</a:t>
            </a:r>
            <a:r>
              <a:rPr lang="en-US" i="1" dirty="0"/>
              <a:t> </a:t>
            </a:r>
            <a:r>
              <a:rPr lang="en-US" i="1" dirty="0" err="1"/>
              <a:t>doanh</a:t>
            </a:r>
            <a:endParaRPr lang="en-US" i="1" dirty="0" smtClean="0"/>
          </a:p>
          <a:p>
            <a:pPr lvl="1">
              <a:spcBef>
                <a:spcPts val="600"/>
              </a:spcBef>
              <a:spcAft>
                <a:spcPts val="600"/>
              </a:spcAft>
            </a:pPr>
            <a:r>
              <a:rPr lang="en-US" sz="2000" b="0" dirty="0" err="1" smtClean="0"/>
              <a:t>Các</a:t>
            </a:r>
            <a:r>
              <a:rPr lang="en-US" sz="2000" b="0" dirty="0" smtClean="0"/>
              <a:t> </a:t>
            </a:r>
            <a:r>
              <a:rPr lang="en-US" sz="2000" b="0" dirty="0" err="1"/>
              <a:t>doanh</a:t>
            </a:r>
            <a:r>
              <a:rPr lang="en-US" sz="2000" b="0" dirty="0"/>
              <a:t> </a:t>
            </a:r>
            <a:r>
              <a:rPr lang="en-US" sz="2000" b="0" dirty="0" err="1"/>
              <a:t>nghiệp</a:t>
            </a:r>
            <a:r>
              <a:rPr lang="en-US" sz="2000" b="0" dirty="0"/>
              <a:t> </a:t>
            </a:r>
            <a:r>
              <a:rPr lang="en-US" sz="2000" b="0" dirty="0" err="1"/>
              <a:t>cần</a:t>
            </a:r>
            <a:r>
              <a:rPr lang="en-US" sz="2000" b="0" dirty="0"/>
              <a:t> </a:t>
            </a:r>
            <a:r>
              <a:rPr lang="en-US" sz="2000" b="0" dirty="0" err="1">
                <a:solidFill>
                  <a:srgbClr val="FF0000"/>
                </a:solidFill>
              </a:rPr>
              <a:t>phản</a:t>
            </a:r>
            <a:r>
              <a:rPr lang="en-US" sz="2000" b="0" dirty="0">
                <a:solidFill>
                  <a:srgbClr val="FF0000"/>
                </a:solidFill>
              </a:rPr>
              <a:t> </a:t>
            </a:r>
            <a:r>
              <a:rPr lang="en-US" sz="2000" b="0" dirty="0" err="1">
                <a:solidFill>
                  <a:srgbClr val="FF0000"/>
                </a:solidFill>
              </a:rPr>
              <a:t>ứng</a:t>
            </a:r>
            <a:r>
              <a:rPr lang="en-US" sz="2000" b="0" dirty="0">
                <a:solidFill>
                  <a:srgbClr val="FF0000"/>
                </a:solidFill>
              </a:rPr>
              <a:t> </a:t>
            </a:r>
            <a:r>
              <a:rPr lang="en-US" sz="2000" b="0" dirty="0" err="1">
                <a:solidFill>
                  <a:srgbClr val="FF0000"/>
                </a:solidFill>
              </a:rPr>
              <a:t>nhanh</a:t>
            </a:r>
            <a:r>
              <a:rPr lang="en-US" sz="2000" b="0" dirty="0"/>
              <a:t> </a:t>
            </a:r>
            <a:r>
              <a:rPr lang="en-US" sz="2000" b="0" dirty="0" err="1"/>
              <a:t>với</a:t>
            </a:r>
            <a:r>
              <a:rPr lang="en-US" sz="2000" b="0" dirty="0"/>
              <a:t> </a:t>
            </a:r>
            <a:r>
              <a:rPr lang="en-US" sz="2000" b="0" dirty="0" err="1"/>
              <a:t>những</a:t>
            </a:r>
            <a:r>
              <a:rPr lang="en-US" sz="2000" b="0" dirty="0"/>
              <a:t> </a:t>
            </a:r>
            <a:r>
              <a:rPr lang="en-US" sz="2000" b="0" dirty="0" err="1"/>
              <a:t>thay</a:t>
            </a:r>
            <a:r>
              <a:rPr lang="en-US" sz="2000" b="0" dirty="0"/>
              <a:t> </a:t>
            </a:r>
            <a:r>
              <a:rPr lang="en-US" sz="2000" b="0" dirty="0" err="1"/>
              <a:t>đổi</a:t>
            </a:r>
            <a:r>
              <a:rPr lang="en-US" sz="2000" b="0" dirty="0"/>
              <a:t> </a:t>
            </a:r>
            <a:r>
              <a:rPr lang="en-US" sz="2000" b="0" dirty="0" err="1"/>
              <a:t>của</a:t>
            </a:r>
            <a:r>
              <a:rPr lang="en-US" sz="2000" b="0" dirty="0"/>
              <a:t> </a:t>
            </a:r>
            <a:r>
              <a:rPr lang="en-US" sz="2000" b="0" dirty="0" err="1"/>
              <a:t>trong</a:t>
            </a:r>
            <a:r>
              <a:rPr lang="en-US" sz="2000" b="0" dirty="0"/>
              <a:t> </a:t>
            </a:r>
            <a:r>
              <a:rPr lang="en-US" sz="2000" b="0" dirty="0" err="1"/>
              <a:t>nền</a:t>
            </a:r>
            <a:r>
              <a:rPr lang="en-US" sz="2000" b="0" dirty="0"/>
              <a:t> </a:t>
            </a:r>
            <a:r>
              <a:rPr lang="en-US" sz="2000" b="0" dirty="0" err="1"/>
              <a:t>kinh</a:t>
            </a:r>
            <a:r>
              <a:rPr lang="en-US" sz="2000" b="0" dirty="0"/>
              <a:t> </a:t>
            </a:r>
            <a:r>
              <a:rPr lang="en-US" sz="2000" b="0" dirty="0" err="1"/>
              <a:t>tế</a:t>
            </a:r>
            <a:r>
              <a:rPr lang="en-US" sz="2000" b="0" dirty="0"/>
              <a:t>. </a:t>
            </a:r>
            <a:r>
              <a:rPr lang="en-US" sz="2000" b="0" dirty="0" err="1"/>
              <a:t>Các</a:t>
            </a:r>
            <a:r>
              <a:rPr lang="en-US" sz="2000" b="0" dirty="0"/>
              <a:t> </a:t>
            </a:r>
            <a:r>
              <a:rPr lang="en-US" sz="2000" b="0" dirty="0" err="1"/>
              <a:t>doanh</a:t>
            </a:r>
            <a:r>
              <a:rPr lang="en-US" sz="2000" b="0" dirty="0"/>
              <a:t> </a:t>
            </a:r>
            <a:r>
              <a:rPr lang="en-US" sz="2000" b="0" dirty="0" err="1"/>
              <a:t>nghiệp</a:t>
            </a:r>
            <a:r>
              <a:rPr lang="en-US" sz="2000" b="0" dirty="0"/>
              <a:t> </a:t>
            </a:r>
            <a:r>
              <a:rPr lang="en-US" sz="2000" b="0" dirty="0" err="1"/>
              <a:t>cần</a:t>
            </a:r>
            <a:r>
              <a:rPr lang="en-US" sz="2000" b="0" dirty="0"/>
              <a:t> </a:t>
            </a:r>
            <a:r>
              <a:rPr lang="en-US" sz="2000" b="0" dirty="0" err="1"/>
              <a:t>thực</a:t>
            </a:r>
            <a:r>
              <a:rPr lang="en-US" sz="2000" b="0" dirty="0"/>
              <a:t> </a:t>
            </a:r>
            <a:r>
              <a:rPr lang="en-US" sz="2000" b="0" dirty="0" err="1"/>
              <a:t>hiện</a:t>
            </a:r>
            <a:r>
              <a:rPr lang="en-US" sz="2000" b="0" dirty="0"/>
              <a:t> </a:t>
            </a:r>
            <a:r>
              <a:rPr lang="en-US" sz="2000" b="0" dirty="0" err="1"/>
              <a:t>nhanh</a:t>
            </a:r>
            <a:r>
              <a:rPr lang="en-US" sz="2000" b="0" dirty="0"/>
              <a:t> </a:t>
            </a:r>
            <a:r>
              <a:rPr lang="en-US" sz="2000" b="0" dirty="0" err="1"/>
              <a:t>các</a:t>
            </a:r>
            <a:r>
              <a:rPr lang="en-US" sz="2000" b="0" dirty="0"/>
              <a:t> </a:t>
            </a:r>
            <a:r>
              <a:rPr lang="en-US" sz="2000" b="0" dirty="0" err="1"/>
              <a:t>lợi</a:t>
            </a:r>
            <a:r>
              <a:rPr lang="en-US" sz="2000" b="0" dirty="0"/>
              <a:t> </a:t>
            </a:r>
            <a:r>
              <a:rPr lang="en-US" sz="2000" b="0" dirty="0" err="1"/>
              <a:t>thế</a:t>
            </a:r>
            <a:r>
              <a:rPr lang="en-US" sz="2000" b="0" dirty="0"/>
              <a:t> </a:t>
            </a:r>
            <a:r>
              <a:rPr lang="en-US" sz="2000" b="0" dirty="0" err="1"/>
              <a:t>cạnh</a:t>
            </a:r>
            <a:r>
              <a:rPr lang="en-US" sz="2000" b="0" dirty="0"/>
              <a:t> </a:t>
            </a:r>
            <a:r>
              <a:rPr lang="en-US" sz="2000" b="0" dirty="0" err="1"/>
              <a:t>tranh</a:t>
            </a:r>
            <a:r>
              <a:rPr lang="en-US" sz="2000" b="0" dirty="0"/>
              <a:t> </a:t>
            </a:r>
            <a:r>
              <a:rPr lang="en-US" sz="2000" b="0" dirty="0" err="1"/>
              <a:t>với</a:t>
            </a:r>
            <a:r>
              <a:rPr lang="en-US" sz="2000" b="0" dirty="0"/>
              <a:t> </a:t>
            </a:r>
            <a:r>
              <a:rPr lang="en-US" sz="2000" b="0" dirty="0" err="1"/>
              <a:t>các</a:t>
            </a:r>
            <a:r>
              <a:rPr lang="en-US" sz="2000" b="0" dirty="0"/>
              <a:t> </a:t>
            </a:r>
            <a:r>
              <a:rPr lang="en-US" sz="2000" b="0" dirty="0" err="1"/>
              <a:t>doanh</a:t>
            </a:r>
            <a:r>
              <a:rPr lang="en-US" sz="2000" b="0" dirty="0"/>
              <a:t> </a:t>
            </a:r>
            <a:r>
              <a:rPr lang="en-US" sz="2000" b="0" dirty="0" err="1"/>
              <a:t>nghiệp</a:t>
            </a:r>
            <a:r>
              <a:rPr lang="en-US" sz="2000" b="0" dirty="0"/>
              <a:t> </a:t>
            </a:r>
            <a:r>
              <a:rPr lang="en-US" sz="2000" b="0" dirty="0" err="1"/>
              <a:t>khác</a:t>
            </a:r>
            <a:r>
              <a:rPr lang="en-US" sz="2000" b="0" dirty="0" smtClean="0"/>
              <a:t>. </a:t>
            </a:r>
            <a:r>
              <a:rPr lang="en-US" sz="2000" b="0" dirty="0" err="1"/>
              <a:t>Việc</a:t>
            </a:r>
            <a:r>
              <a:rPr lang="en-US" sz="2000" b="0" dirty="0"/>
              <a:t> </a:t>
            </a:r>
            <a:r>
              <a:rPr lang="en-US" sz="2000" b="0" dirty="0" err="1"/>
              <a:t>áp</a:t>
            </a:r>
            <a:r>
              <a:rPr lang="en-US" sz="2000" b="0" dirty="0"/>
              <a:t> </a:t>
            </a:r>
            <a:r>
              <a:rPr lang="en-US" sz="2000" b="0" dirty="0" err="1"/>
              <a:t>dụng</a:t>
            </a:r>
            <a:r>
              <a:rPr lang="en-US" sz="2000" b="0" dirty="0"/>
              <a:t> </a:t>
            </a:r>
            <a:r>
              <a:rPr lang="en-US" sz="2000" b="0" dirty="0" err="1"/>
              <a:t>vòng</a:t>
            </a:r>
            <a:r>
              <a:rPr lang="en-US" sz="2000" b="0" dirty="0"/>
              <a:t> </a:t>
            </a:r>
            <a:r>
              <a:rPr lang="en-US" sz="2000" b="0" dirty="0" err="1"/>
              <a:t>đời</a:t>
            </a:r>
            <a:r>
              <a:rPr lang="en-US" sz="2000" b="0" dirty="0"/>
              <a:t> </a:t>
            </a:r>
            <a:r>
              <a:rPr lang="en-US" sz="2000" b="0" dirty="0" err="1"/>
              <a:t>mạng</a:t>
            </a:r>
            <a:r>
              <a:rPr lang="en-US" sz="2000" b="0" dirty="0"/>
              <a:t> </a:t>
            </a:r>
            <a:r>
              <a:rPr lang="en-US" sz="2000" b="0" dirty="0" err="1"/>
              <a:t>làm</a:t>
            </a:r>
            <a:r>
              <a:rPr lang="en-US" sz="2000" b="0" dirty="0"/>
              <a:t> </a:t>
            </a:r>
            <a:r>
              <a:rPr lang="en-US" sz="2000" b="0" dirty="0" err="1"/>
              <a:t>tăng</a:t>
            </a:r>
            <a:r>
              <a:rPr lang="en-US" sz="2000" b="0" dirty="0"/>
              <a:t> </a:t>
            </a:r>
            <a:r>
              <a:rPr lang="en-US" sz="2000" b="0" dirty="0" err="1"/>
              <a:t>sự</a:t>
            </a:r>
            <a:r>
              <a:rPr lang="en-US" sz="2000" b="0" dirty="0"/>
              <a:t> </a:t>
            </a:r>
            <a:r>
              <a:rPr lang="en-US" sz="2000" b="0" dirty="0" err="1"/>
              <a:t>nhanh</a:t>
            </a:r>
            <a:r>
              <a:rPr lang="en-US" sz="2000" b="0" dirty="0"/>
              <a:t> </a:t>
            </a:r>
            <a:r>
              <a:rPr lang="en-US" sz="2000" b="0" dirty="0" err="1"/>
              <a:t>nhẹn</a:t>
            </a:r>
            <a:r>
              <a:rPr lang="en-US" sz="2000" b="0" dirty="0"/>
              <a:t> </a:t>
            </a:r>
            <a:r>
              <a:rPr lang="en-US" sz="2000" b="0" dirty="0" err="1"/>
              <a:t>của</a:t>
            </a:r>
            <a:r>
              <a:rPr lang="en-US" sz="2000" b="0" dirty="0"/>
              <a:t> </a:t>
            </a:r>
            <a:r>
              <a:rPr lang="en-US" sz="2000" b="0" dirty="0" err="1"/>
              <a:t>doanh</a:t>
            </a:r>
            <a:r>
              <a:rPr lang="en-US" sz="2000" b="0" dirty="0"/>
              <a:t> </a:t>
            </a:r>
            <a:r>
              <a:rPr lang="en-US" sz="2000" b="0" dirty="0" err="1"/>
              <a:t>nghiệp</a:t>
            </a:r>
            <a:endParaRPr lang="en-US" sz="2000" b="0" dirty="0" smtClean="0"/>
          </a:p>
          <a:p>
            <a:pPr marL="800100" lvl="1" indent="-342900">
              <a:spcBef>
                <a:spcPts val="300"/>
              </a:spcBef>
              <a:spcAft>
                <a:spcPts val="600"/>
              </a:spcAft>
              <a:buFont typeface="Wingdings" pitchFamily="2" charset="2"/>
              <a:buChar char="ü"/>
            </a:pPr>
            <a:r>
              <a:rPr lang="en-US" sz="2000" b="0" dirty="0" err="1" smtClean="0"/>
              <a:t>Thiết</a:t>
            </a:r>
            <a:r>
              <a:rPr lang="en-US" sz="2000" b="0" dirty="0" smtClean="0"/>
              <a:t> </a:t>
            </a:r>
            <a:r>
              <a:rPr lang="en-US" sz="2000" b="0" dirty="0" err="1"/>
              <a:t>lập</a:t>
            </a:r>
            <a:r>
              <a:rPr lang="en-US" sz="2000" b="0" dirty="0"/>
              <a:t> </a:t>
            </a:r>
            <a:r>
              <a:rPr lang="en-US" sz="2000" b="0" dirty="0" err="1"/>
              <a:t>yêu</a:t>
            </a:r>
            <a:r>
              <a:rPr lang="en-US" sz="2000" b="0" dirty="0"/>
              <a:t> </a:t>
            </a:r>
            <a:r>
              <a:rPr lang="en-US" sz="2000" b="0" dirty="0" err="1"/>
              <a:t>cầu</a:t>
            </a:r>
            <a:r>
              <a:rPr lang="en-US" sz="2000" b="0" dirty="0"/>
              <a:t> </a:t>
            </a:r>
            <a:r>
              <a:rPr lang="en-US" sz="2000" b="0" dirty="0" err="1"/>
              <a:t>kinh</a:t>
            </a:r>
            <a:r>
              <a:rPr lang="en-US" sz="2000" b="0" dirty="0"/>
              <a:t> </a:t>
            </a:r>
            <a:r>
              <a:rPr lang="en-US" sz="2000" b="0" dirty="0" err="1"/>
              <a:t>doanh</a:t>
            </a:r>
            <a:r>
              <a:rPr lang="en-US" sz="2000" b="0" dirty="0"/>
              <a:t> </a:t>
            </a:r>
            <a:r>
              <a:rPr lang="en-US" sz="2000" b="0" dirty="0" err="1"/>
              <a:t>và</a:t>
            </a:r>
            <a:r>
              <a:rPr lang="en-US" sz="2000" b="0" dirty="0"/>
              <a:t> </a:t>
            </a:r>
            <a:r>
              <a:rPr lang="en-US" sz="2000" b="0" dirty="0" err="1"/>
              <a:t>chiến</a:t>
            </a:r>
            <a:r>
              <a:rPr lang="en-US" sz="2000" b="0" dirty="0"/>
              <a:t> </a:t>
            </a:r>
            <a:r>
              <a:rPr lang="en-US" sz="2000" b="0" dirty="0" err="1"/>
              <a:t>lược</a:t>
            </a:r>
            <a:r>
              <a:rPr lang="en-US" sz="2000" b="0" dirty="0"/>
              <a:t> </a:t>
            </a:r>
            <a:r>
              <a:rPr lang="en-US" sz="2000" b="0" dirty="0" err="1"/>
              <a:t>công</a:t>
            </a:r>
            <a:r>
              <a:rPr lang="en-US" sz="2000" b="0" dirty="0"/>
              <a:t> </a:t>
            </a:r>
            <a:r>
              <a:rPr lang="en-US" sz="2000" b="0" dirty="0" err="1" smtClean="0"/>
              <a:t>nghệ</a:t>
            </a:r>
            <a:endParaRPr lang="en-US" sz="2000" b="0" dirty="0" smtClean="0"/>
          </a:p>
          <a:p>
            <a:pPr marL="800100" lvl="1" indent="-342900">
              <a:spcBef>
                <a:spcPts val="300"/>
              </a:spcBef>
              <a:spcAft>
                <a:spcPts val="600"/>
              </a:spcAft>
              <a:buFont typeface="Wingdings" pitchFamily="2" charset="2"/>
              <a:buChar char="ü"/>
            </a:pPr>
            <a:r>
              <a:rPr lang="en-US" sz="2000" b="0" dirty="0" err="1" smtClean="0"/>
              <a:t>Các</a:t>
            </a:r>
            <a:r>
              <a:rPr lang="en-US" sz="2000" b="0" dirty="0" smtClean="0"/>
              <a:t> </a:t>
            </a:r>
            <a:r>
              <a:rPr lang="en-US" sz="2000" b="0" dirty="0" err="1"/>
              <a:t>hệ</a:t>
            </a:r>
            <a:r>
              <a:rPr lang="en-US" sz="2000" b="0" dirty="0"/>
              <a:t> </a:t>
            </a:r>
            <a:r>
              <a:rPr lang="en-US" sz="2000" b="0" dirty="0" err="1"/>
              <a:t>thống</a:t>
            </a:r>
            <a:r>
              <a:rPr lang="en-US" sz="2000" b="0" dirty="0"/>
              <a:t> </a:t>
            </a:r>
            <a:r>
              <a:rPr lang="en-US" sz="2000" b="0" dirty="0" err="1"/>
              <a:t>luôn</a:t>
            </a:r>
            <a:r>
              <a:rPr lang="en-US" sz="2000" b="0" dirty="0"/>
              <a:t> </a:t>
            </a:r>
            <a:r>
              <a:rPr lang="en-US" sz="2000" b="0" dirty="0" err="1"/>
              <a:t>sẵn</a:t>
            </a:r>
            <a:r>
              <a:rPr lang="en-US" sz="2000" b="0" dirty="0"/>
              <a:t> </a:t>
            </a:r>
            <a:r>
              <a:rPr lang="en-US" sz="2000" b="0" dirty="0" err="1"/>
              <a:t>sàng</a:t>
            </a:r>
            <a:r>
              <a:rPr lang="en-US" sz="2000" b="0" dirty="0"/>
              <a:t> </a:t>
            </a:r>
            <a:r>
              <a:rPr lang="en-US" sz="2000" b="0" dirty="0" err="1"/>
              <a:t>để</a:t>
            </a:r>
            <a:r>
              <a:rPr lang="en-US" sz="2000" b="0" dirty="0"/>
              <a:t> </a:t>
            </a:r>
            <a:r>
              <a:rPr lang="en-US" sz="2000" b="0" dirty="0" err="1"/>
              <a:t>đáp</a:t>
            </a:r>
            <a:r>
              <a:rPr lang="en-US" sz="2000" b="0" dirty="0"/>
              <a:t> </a:t>
            </a:r>
            <a:r>
              <a:rPr lang="en-US" sz="2000" b="0" dirty="0" err="1"/>
              <a:t>ứng</a:t>
            </a:r>
            <a:r>
              <a:rPr lang="en-US" sz="2000" b="0" dirty="0"/>
              <a:t> </a:t>
            </a:r>
            <a:r>
              <a:rPr lang="en-US" sz="2000" b="0" dirty="0" err="1"/>
              <a:t>sự</a:t>
            </a:r>
            <a:r>
              <a:rPr lang="en-US" sz="2000" b="0" dirty="0"/>
              <a:t> </a:t>
            </a:r>
            <a:r>
              <a:rPr lang="en-US" sz="2000" b="0" dirty="0" err="1"/>
              <a:t>hỗ</a:t>
            </a:r>
            <a:r>
              <a:rPr lang="en-US" sz="2000" b="0" dirty="0"/>
              <a:t> </a:t>
            </a:r>
            <a:r>
              <a:rPr lang="en-US" sz="2000" b="0" dirty="0" err="1"/>
              <a:t>trợ</a:t>
            </a:r>
            <a:r>
              <a:rPr lang="en-US" sz="2000" b="0" dirty="0"/>
              <a:t> </a:t>
            </a:r>
            <a:r>
              <a:rPr lang="en-US" sz="2000" b="0" dirty="0" err="1"/>
              <a:t>nhanh</a:t>
            </a:r>
            <a:r>
              <a:rPr lang="en-US" sz="2000" b="0" dirty="0"/>
              <a:t> </a:t>
            </a:r>
            <a:r>
              <a:rPr lang="en-US" sz="2000" b="0" dirty="0" err="1" smtClean="0"/>
              <a:t>chóng</a:t>
            </a:r>
            <a:endParaRPr lang="en-US" sz="2000" b="0" dirty="0" smtClean="0"/>
          </a:p>
          <a:p>
            <a:pPr marL="800100" lvl="1" indent="-342900">
              <a:spcBef>
                <a:spcPts val="300"/>
              </a:spcBef>
              <a:spcAft>
                <a:spcPts val="600"/>
              </a:spcAft>
              <a:buFont typeface="Wingdings" pitchFamily="2" charset="2"/>
              <a:buChar char="ü"/>
            </a:pPr>
            <a:r>
              <a:rPr lang="en-US" sz="2000" b="0" dirty="0" err="1" smtClean="0"/>
              <a:t>Tích</a:t>
            </a:r>
            <a:r>
              <a:rPr lang="en-US" sz="2000" b="0" dirty="0" smtClean="0"/>
              <a:t> </a:t>
            </a:r>
            <a:r>
              <a:rPr lang="en-US" sz="2000" b="0" dirty="0" err="1"/>
              <a:t>hợp</a:t>
            </a:r>
            <a:r>
              <a:rPr lang="en-US" sz="2000" b="0" dirty="0"/>
              <a:t> </a:t>
            </a:r>
            <a:r>
              <a:rPr lang="en-US" sz="2000" b="0" dirty="0" err="1"/>
              <a:t>các</a:t>
            </a:r>
            <a:r>
              <a:rPr lang="en-US" sz="2000" b="0" dirty="0"/>
              <a:t> </a:t>
            </a:r>
            <a:r>
              <a:rPr lang="en-US" sz="2000" b="0" dirty="0" err="1"/>
              <a:t>yêu</a:t>
            </a:r>
            <a:r>
              <a:rPr lang="en-US" sz="2000" b="0" dirty="0"/>
              <a:t> </a:t>
            </a:r>
            <a:r>
              <a:rPr lang="en-US" sz="2000" b="0" dirty="0" err="1"/>
              <a:t>cầu</a:t>
            </a:r>
            <a:r>
              <a:rPr lang="en-US" sz="2000" b="0" dirty="0"/>
              <a:t> </a:t>
            </a:r>
            <a:r>
              <a:rPr lang="en-US" sz="2000" b="0" dirty="0" err="1"/>
              <a:t>kỹ</a:t>
            </a:r>
            <a:r>
              <a:rPr lang="en-US" sz="2000" b="0" dirty="0"/>
              <a:t> </a:t>
            </a:r>
            <a:r>
              <a:rPr lang="en-US" sz="2000" b="0" dirty="0" err="1"/>
              <a:t>thuật</a:t>
            </a:r>
            <a:r>
              <a:rPr lang="en-US" sz="2000" b="0" dirty="0"/>
              <a:t> </a:t>
            </a:r>
            <a:r>
              <a:rPr lang="en-US" sz="2000" b="0" dirty="0" err="1"/>
              <a:t>và</a:t>
            </a:r>
            <a:r>
              <a:rPr lang="en-US" sz="2000" b="0" dirty="0"/>
              <a:t> </a:t>
            </a:r>
            <a:r>
              <a:rPr lang="en-US" sz="2000" b="0" dirty="0" err="1"/>
              <a:t>mục</a:t>
            </a:r>
            <a:r>
              <a:rPr lang="en-US" sz="2000" b="0" dirty="0"/>
              <a:t> </a:t>
            </a:r>
            <a:r>
              <a:rPr lang="en-US" sz="2000" b="0" dirty="0" err="1"/>
              <a:t>tiêu</a:t>
            </a:r>
            <a:r>
              <a:rPr lang="en-US" sz="2000" b="0" dirty="0"/>
              <a:t> </a:t>
            </a:r>
            <a:r>
              <a:rPr lang="en-US" sz="2000" b="0" dirty="0" err="1"/>
              <a:t>kinh</a:t>
            </a:r>
            <a:r>
              <a:rPr lang="en-US" sz="2000" b="0" dirty="0"/>
              <a:t> </a:t>
            </a:r>
            <a:r>
              <a:rPr lang="en-US" sz="2000" b="0" dirty="0" err="1"/>
              <a:t>doanh</a:t>
            </a:r>
            <a:r>
              <a:rPr lang="en-US" sz="2000" b="0" dirty="0"/>
              <a:t> </a:t>
            </a:r>
            <a:r>
              <a:rPr lang="en-US" sz="2000" b="0" dirty="0" err="1"/>
              <a:t>vào</a:t>
            </a:r>
            <a:r>
              <a:rPr lang="en-US" sz="2000" b="0" dirty="0"/>
              <a:t> </a:t>
            </a:r>
            <a:r>
              <a:rPr lang="en-US" sz="2000" b="0" dirty="0" err="1"/>
              <a:t>một</a:t>
            </a:r>
            <a:r>
              <a:rPr lang="en-US" sz="2000" b="0" dirty="0"/>
              <a:t> </a:t>
            </a:r>
            <a:r>
              <a:rPr lang="en-US" sz="2000" b="0" dirty="0" err="1"/>
              <a:t>thiết</a:t>
            </a:r>
            <a:r>
              <a:rPr lang="en-US" sz="2000" b="0" dirty="0"/>
              <a:t> </a:t>
            </a:r>
            <a:r>
              <a:rPr lang="en-US" sz="2000" b="0" dirty="0" err="1"/>
              <a:t>kế</a:t>
            </a:r>
            <a:r>
              <a:rPr lang="en-US" sz="2000" b="0" dirty="0"/>
              <a:t> chi </a:t>
            </a:r>
            <a:r>
              <a:rPr lang="en-US" sz="2000" b="0" dirty="0" err="1"/>
              <a:t>tiết</a:t>
            </a:r>
            <a:r>
              <a:rPr lang="en-US" sz="2000" b="0" dirty="0"/>
              <a:t> </a:t>
            </a:r>
            <a:r>
              <a:rPr lang="en-US" sz="2000" b="0" dirty="0" err="1"/>
              <a:t>và</a:t>
            </a:r>
            <a:r>
              <a:rPr lang="en-US" sz="2000" b="0" dirty="0"/>
              <a:t> </a:t>
            </a:r>
            <a:r>
              <a:rPr lang="en-US" sz="2000" b="0" dirty="0" err="1"/>
              <a:t>thể</a:t>
            </a:r>
            <a:r>
              <a:rPr lang="en-US" sz="2000" b="0" dirty="0"/>
              <a:t> </a:t>
            </a:r>
            <a:r>
              <a:rPr lang="en-US" sz="2000" b="0" dirty="0" err="1"/>
              <a:t>hiện</a:t>
            </a:r>
            <a:r>
              <a:rPr lang="en-US" sz="2000" b="0" dirty="0"/>
              <a:t> </a:t>
            </a:r>
            <a:r>
              <a:rPr lang="en-US" sz="2000" b="0" dirty="0" err="1"/>
              <a:t>được</a:t>
            </a:r>
            <a:r>
              <a:rPr lang="en-US" sz="2000" b="0" dirty="0"/>
              <a:t> </a:t>
            </a:r>
            <a:r>
              <a:rPr lang="en-US" sz="2000" b="0" dirty="0" err="1"/>
              <a:t>mạng</a:t>
            </a:r>
            <a:r>
              <a:rPr lang="en-US" sz="2000" b="0" dirty="0"/>
              <a:t> </a:t>
            </a:r>
            <a:r>
              <a:rPr lang="en-US" sz="2000" b="0" dirty="0" err="1"/>
              <a:t>hoạt</a:t>
            </a:r>
            <a:r>
              <a:rPr lang="en-US" sz="2000" b="0" dirty="0"/>
              <a:t> </a:t>
            </a:r>
            <a:r>
              <a:rPr lang="en-US" sz="2000" b="0" dirty="0" err="1"/>
              <a:t>động</a:t>
            </a:r>
            <a:r>
              <a:rPr lang="en-US" sz="2000" b="0" dirty="0"/>
              <a:t> </a:t>
            </a:r>
            <a:r>
              <a:rPr lang="en-US" sz="2000" b="0" dirty="0" err="1"/>
              <a:t>đúng</a:t>
            </a:r>
            <a:r>
              <a:rPr lang="en-US" sz="2000" b="0" dirty="0"/>
              <a:t> </a:t>
            </a:r>
            <a:r>
              <a:rPr lang="en-US" sz="2000" b="0" dirty="0" err="1"/>
              <a:t>theo</a:t>
            </a:r>
            <a:r>
              <a:rPr lang="en-US" sz="2000" b="0" dirty="0"/>
              <a:t> </a:t>
            </a:r>
            <a:r>
              <a:rPr lang="en-US" sz="2000" b="0" dirty="0" err="1"/>
              <a:t>các</a:t>
            </a:r>
            <a:r>
              <a:rPr lang="en-US" sz="2000" b="0" dirty="0"/>
              <a:t> </a:t>
            </a:r>
            <a:r>
              <a:rPr lang="en-US" sz="2000" b="0" dirty="0" err="1"/>
              <a:t>chức</a:t>
            </a:r>
            <a:r>
              <a:rPr lang="en-US" sz="2000" b="0" dirty="0"/>
              <a:t> </a:t>
            </a:r>
            <a:r>
              <a:rPr lang="en-US" sz="2000" b="0" dirty="0" err="1"/>
              <a:t>năng</a:t>
            </a:r>
            <a:r>
              <a:rPr lang="en-US" sz="2000" b="0" dirty="0"/>
              <a:t> </a:t>
            </a:r>
            <a:r>
              <a:rPr lang="en-US" sz="2000" b="0" dirty="0" err="1"/>
              <a:t>xác</a:t>
            </a:r>
            <a:r>
              <a:rPr lang="en-US" sz="2000" b="0" dirty="0"/>
              <a:t> </a:t>
            </a:r>
            <a:r>
              <a:rPr lang="en-US" sz="2000" b="0" dirty="0" err="1"/>
              <a:t>định</a:t>
            </a:r>
            <a:r>
              <a:rPr lang="en-US" sz="2000" b="0" dirty="0"/>
              <a:t> </a:t>
            </a:r>
            <a:r>
              <a:rPr lang="en-US" sz="2000" b="0" dirty="0" err="1"/>
              <a:t>cụ</a:t>
            </a:r>
            <a:r>
              <a:rPr lang="en-US" sz="2000" b="0" dirty="0"/>
              <a:t> </a:t>
            </a:r>
            <a:r>
              <a:rPr lang="en-US" sz="2000" b="0" dirty="0" err="1" smtClean="0"/>
              <a:t>thể</a:t>
            </a:r>
            <a:r>
              <a:rPr lang="en-US" sz="2000" b="0" dirty="0" smtClean="0"/>
              <a:t>.</a:t>
            </a:r>
          </a:p>
          <a:p>
            <a:pPr marL="800100" lvl="1" indent="-342900">
              <a:spcBef>
                <a:spcPts val="300"/>
              </a:spcBef>
              <a:spcAft>
                <a:spcPts val="600"/>
              </a:spcAft>
              <a:buFont typeface="Wingdings" pitchFamily="2" charset="2"/>
              <a:buChar char="ü"/>
            </a:pPr>
            <a:r>
              <a:rPr lang="en-US" sz="2000" b="0" dirty="0" err="1" smtClean="0"/>
              <a:t>Chuyên</a:t>
            </a:r>
            <a:r>
              <a:rPr lang="en-US" sz="2000" b="0" dirty="0" smtClean="0"/>
              <a:t> </a:t>
            </a:r>
            <a:r>
              <a:rPr lang="en-US" sz="2000" b="0" dirty="0" err="1"/>
              <a:t>nghiệp</a:t>
            </a:r>
            <a:r>
              <a:rPr lang="en-US" sz="2000" b="0" dirty="0"/>
              <a:t> </a:t>
            </a:r>
            <a:r>
              <a:rPr lang="en-US" sz="2000" b="0" dirty="0" err="1"/>
              <a:t>trong</a:t>
            </a:r>
            <a:r>
              <a:rPr lang="en-US" sz="2000" b="0" dirty="0"/>
              <a:t> </a:t>
            </a:r>
            <a:r>
              <a:rPr lang="en-US" sz="2000" b="0" dirty="0" err="1"/>
              <a:t>việc</a:t>
            </a:r>
            <a:r>
              <a:rPr lang="en-US" sz="2000" b="0" dirty="0"/>
              <a:t> </a:t>
            </a:r>
            <a:r>
              <a:rPr lang="en-US" sz="2000" b="0" dirty="0" err="1"/>
              <a:t>cài</a:t>
            </a:r>
            <a:r>
              <a:rPr lang="en-US" sz="2000" b="0" dirty="0"/>
              <a:t> </a:t>
            </a:r>
            <a:r>
              <a:rPr lang="en-US" sz="2000" b="0" dirty="0" err="1"/>
              <a:t>đặt</a:t>
            </a:r>
            <a:r>
              <a:rPr lang="en-US" sz="2000" b="0" dirty="0"/>
              <a:t>, </a:t>
            </a:r>
            <a:r>
              <a:rPr lang="en-US" sz="2000" b="0" dirty="0" err="1"/>
              <a:t>cấu</a:t>
            </a:r>
            <a:r>
              <a:rPr lang="en-US" sz="2000" b="0" dirty="0"/>
              <a:t> </a:t>
            </a:r>
            <a:r>
              <a:rPr lang="en-US" sz="2000" b="0" dirty="0" err="1"/>
              <a:t>hình</a:t>
            </a:r>
            <a:r>
              <a:rPr lang="en-US" sz="2000" b="0" dirty="0"/>
              <a:t> </a:t>
            </a:r>
            <a:r>
              <a:rPr lang="en-US" sz="2000" b="0" dirty="0" err="1"/>
              <a:t>và</a:t>
            </a:r>
            <a:r>
              <a:rPr lang="en-US" sz="2000" b="0" dirty="0"/>
              <a:t> </a:t>
            </a:r>
            <a:r>
              <a:rPr lang="en-US" sz="2000" b="0" dirty="0" err="1"/>
              <a:t>tích</a:t>
            </a:r>
            <a:r>
              <a:rPr lang="en-US" sz="2000" b="0" dirty="0"/>
              <a:t> </a:t>
            </a:r>
            <a:r>
              <a:rPr lang="en-US" sz="2000" b="0" dirty="0" err="1"/>
              <a:t>hợp</a:t>
            </a:r>
            <a:r>
              <a:rPr lang="en-US" sz="2000" b="0" dirty="0"/>
              <a:t> </a:t>
            </a:r>
            <a:r>
              <a:rPr lang="en-US" sz="2000" b="0" dirty="0" err="1"/>
              <a:t>các</a:t>
            </a:r>
            <a:r>
              <a:rPr lang="en-US" sz="2000" b="0" dirty="0"/>
              <a:t> </a:t>
            </a:r>
            <a:r>
              <a:rPr lang="en-US" sz="2000" b="0" dirty="0" err="1"/>
              <a:t>thành</a:t>
            </a:r>
            <a:r>
              <a:rPr lang="en-US" sz="2000" b="0" dirty="0"/>
              <a:t> </a:t>
            </a:r>
            <a:r>
              <a:rPr lang="en-US" sz="2000" b="0" dirty="0" err="1"/>
              <a:t>phần</a:t>
            </a:r>
            <a:r>
              <a:rPr lang="en-US" sz="2000" b="0" dirty="0"/>
              <a:t> </a:t>
            </a:r>
            <a:r>
              <a:rPr lang="en-US" sz="2000" b="0" dirty="0" err="1"/>
              <a:t>hệ</a:t>
            </a:r>
            <a:r>
              <a:rPr lang="en-US" sz="2000" b="0" dirty="0"/>
              <a:t> </a:t>
            </a:r>
            <a:r>
              <a:rPr lang="en-US" sz="2000" b="0" dirty="0" err="1" smtClean="0"/>
              <a:t>thống</a:t>
            </a:r>
            <a:endParaRPr lang="en-US" sz="2000" b="0" dirty="0" smtClean="0"/>
          </a:p>
          <a:p>
            <a:pPr marL="800100" lvl="1" indent="-342900">
              <a:spcBef>
                <a:spcPts val="300"/>
              </a:spcBef>
              <a:spcAft>
                <a:spcPts val="600"/>
              </a:spcAft>
              <a:buFont typeface="Wingdings" pitchFamily="2" charset="2"/>
              <a:buChar char="ü"/>
            </a:pPr>
            <a:r>
              <a:rPr lang="en-US" sz="2000" b="0" dirty="0" err="1" smtClean="0"/>
              <a:t>Liên</a:t>
            </a:r>
            <a:r>
              <a:rPr lang="en-US" sz="2000" b="0" dirty="0" smtClean="0"/>
              <a:t> </a:t>
            </a:r>
            <a:r>
              <a:rPr lang="en-US" sz="2000" b="0" dirty="0" err="1"/>
              <a:t>tục</a:t>
            </a:r>
            <a:r>
              <a:rPr lang="en-US" sz="2000" b="0" dirty="0"/>
              <a:t> </a:t>
            </a:r>
            <a:r>
              <a:rPr lang="en-US" sz="2000" b="0" dirty="0" err="1"/>
              <a:t>nâng</a:t>
            </a:r>
            <a:r>
              <a:rPr lang="en-US" sz="2000" b="0" dirty="0"/>
              <a:t> </a:t>
            </a:r>
            <a:r>
              <a:rPr lang="en-US" sz="2000" b="0" dirty="0" err="1"/>
              <a:t>cao</a:t>
            </a:r>
            <a:r>
              <a:rPr lang="en-US" sz="2000" b="0" dirty="0"/>
              <a:t> </a:t>
            </a:r>
            <a:r>
              <a:rPr lang="en-US" sz="2000" b="0" dirty="0" err="1"/>
              <a:t>hiệu</a:t>
            </a:r>
            <a:r>
              <a:rPr lang="en-US" sz="2000" b="0" dirty="0"/>
              <a:t> </a:t>
            </a:r>
            <a:r>
              <a:rPr lang="en-US" sz="2000" b="0" dirty="0" err="1"/>
              <a:t>năng</a:t>
            </a:r>
            <a:r>
              <a:rPr lang="en-US" sz="2000" b="0" dirty="0"/>
              <a:t> </a:t>
            </a:r>
            <a:r>
              <a:rPr lang="en-US" sz="2000" b="0" dirty="0" err="1"/>
              <a:t>của</a:t>
            </a:r>
            <a:r>
              <a:rPr lang="en-US" sz="2000" b="0" dirty="0"/>
              <a:t> </a:t>
            </a:r>
            <a:r>
              <a:rPr lang="en-US" sz="2000" b="0" dirty="0" err="1"/>
              <a:t>hệ</a:t>
            </a:r>
            <a:r>
              <a:rPr lang="en-US" sz="2000" b="0" dirty="0"/>
              <a:t> </a:t>
            </a:r>
            <a:r>
              <a:rPr lang="en-US" sz="2000" b="0" dirty="0" err="1"/>
              <a:t>thống</a:t>
            </a:r>
            <a:endParaRPr lang="en-US" sz="3200" b="0" dirty="0"/>
          </a:p>
        </p:txBody>
      </p:sp>
    </p:spTree>
    <p:extLst>
      <p:ext uri="{BB962C8B-B14F-4D97-AF65-F5344CB8AC3E}">
        <p14:creationId xmlns:p14="http://schemas.microsoft.com/office/powerpoint/2010/main" val="264572456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9"/>
          <p:cNvSpPr txBox="1">
            <a:spLocks noChangeArrowheads="1"/>
          </p:cNvSpPr>
          <p:nvPr/>
        </p:nvSpPr>
        <p:spPr bwMode="auto">
          <a:xfrm>
            <a:off x="76200" y="152400"/>
            <a:ext cx="9067800" cy="6858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rtl="0" eaLnBrk="0" fontAlgn="base" hangingPunct="0">
              <a:spcBef>
                <a:spcPct val="0"/>
              </a:spcBef>
              <a:spcAft>
                <a:spcPct val="0"/>
              </a:spcAft>
              <a:defRPr sz="3600" b="1">
                <a:solidFill>
                  <a:schemeClr val="tx1"/>
                </a:solidFill>
                <a:latin typeface="+mj-lt"/>
                <a:ea typeface="+mj-ea"/>
                <a:cs typeface="+mj-cs"/>
              </a:defRPr>
            </a:lvl1pPr>
            <a:lvl2pPr algn="l" rtl="0" eaLnBrk="0" fontAlgn="base" hangingPunct="0">
              <a:spcBef>
                <a:spcPct val="0"/>
              </a:spcBef>
              <a:spcAft>
                <a:spcPct val="0"/>
              </a:spcAft>
              <a:defRPr sz="3600" b="1">
                <a:solidFill>
                  <a:schemeClr val="tx1"/>
                </a:solidFill>
                <a:latin typeface="Arial" charset="0"/>
                <a:ea typeface="ＭＳ Ｐゴシック" pitchFamily="16" charset="-128"/>
              </a:defRPr>
            </a:lvl2pPr>
            <a:lvl3pPr algn="l" rtl="0" eaLnBrk="0" fontAlgn="base" hangingPunct="0">
              <a:spcBef>
                <a:spcPct val="0"/>
              </a:spcBef>
              <a:spcAft>
                <a:spcPct val="0"/>
              </a:spcAft>
              <a:defRPr sz="3600" b="1">
                <a:solidFill>
                  <a:schemeClr val="tx1"/>
                </a:solidFill>
                <a:latin typeface="Arial" charset="0"/>
                <a:ea typeface="ＭＳ Ｐゴシック" pitchFamily="16" charset="-128"/>
              </a:defRPr>
            </a:lvl3pPr>
            <a:lvl4pPr algn="l" rtl="0" eaLnBrk="0" fontAlgn="base" hangingPunct="0">
              <a:spcBef>
                <a:spcPct val="0"/>
              </a:spcBef>
              <a:spcAft>
                <a:spcPct val="0"/>
              </a:spcAft>
              <a:defRPr sz="3600" b="1">
                <a:solidFill>
                  <a:schemeClr val="tx1"/>
                </a:solidFill>
                <a:latin typeface="Arial" charset="0"/>
                <a:ea typeface="ＭＳ Ｐゴシック" pitchFamily="16" charset="-128"/>
              </a:defRPr>
            </a:lvl4pPr>
            <a:lvl5pPr algn="l" rtl="0" eaLnBrk="0" fontAlgn="base" hangingPunct="0">
              <a:spcBef>
                <a:spcPct val="0"/>
              </a:spcBef>
              <a:spcAft>
                <a:spcPct val="0"/>
              </a:spcAft>
              <a:defRPr sz="3600" b="1">
                <a:solidFill>
                  <a:schemeClr val="tx1"/>
                </a:solidFill>
                <a:latin typeface="Arial" charset="0"/>
                <a:ea typeface="ＭＳ Ｐゴシック" pitchFamily="16" charset="-128"/>
              </a:defRPr>
            </a:lvl5pPr>
            <a:lvl6pPr marL="457200" algn="ctr" rtl="0" fontAlgn="base">
              <a:spcBef>
                <a:spcPct val="0"/>
              </a:spcBef>
              <a:spcAft>
                <a:spcPct val="0"/>
              </a:spcAft>
              <a:defRPr sz="4400">
                <a:solidFill>
                  <a:schemeClr val="tx2"/>
                </a:solidFill>
                <a:latin typeface="Arial" charset="0"/>
                <a:ea typeface="ＭＳ Ｐゴシック" pitchFamily="16" charset="-128"/>
              </a:defRPr>
            </a:lvl6pPr>
            <a:lvl7pPr marL="914400" algn="ctr" rtl="0" fontAlgn="base">
              <a:spcBef>
                <a:spcPct val="0"/>
              </a:spcBef>
              <a:spcAft>
                <a:spcPct val="0"/>
              </a:spcAft>
              <a:defRPr sz="4400">
                <a:solidFill>
                  <a:schemeClr val="tx2"/>
                </a:solidFill>
                <a:latin typeface="Arial" charset="0"/>
                <a:ea typeface="ＭＳ Ｐゴシック" pitchFamily="16" charset="-128"/>
              </a:defRPr>
            </a:lvl7pPr>
            <a:lvl8pPr marL="1371600" algn="ctr" rtl="0" fontAlgn="base">
              <a:spcBef>
                <a:spcPct val="0"/>
              </a:spcBef>
              <a:spcAft>
                <a:spcPct val="0"/>
              </a:spcAft>
              <a:defRPr sz="4400">
                <a:solidFill>
                  <a:schemeClr val="tx2"/>
                </a:solidFill>
                <a:latin typeface="Arial" charset="0"/>
                <a:ea typeface="ＭＳ Ｐゴシック" pitchFamily="16" charset="-128"/>
              </a:defRPr>
            </a:lvl8pPr>
            <a:lvl9pPr marL="1828800" algn="ctr" rtl="0" fontAlgn="base">
              <a:spcBef>
                <a:spcPct val="0"/>
              </a:spcBef>
              <a:spcAft>
                <a:spcPct val="0"/>
              </a:spcAft>
              <a:defRPr sz="4400">
                <a:solidFill>
                  <a:schemeClr val="tx2"/>
                </a:solidFill>
                <a:latin typeface="Arial" charset="0"/>
                <a:ea typeface="ＭＳ Ｐゴシック" pitchFamily="16" charset="-128"/>
              </a:defRPr>
            </a:lvl9pPr>
          </a:lstStyle>
          <a:p>
            <a:pPr algn="ctr"/>
            <a:r>
              <a:rPr lang="en-US" smtClean="0">
                <a:solidFill>
                  <a:schemeClr val="bg1"/>
                </a:solidFill>
              </a:rPr>
              <a:t>Một số lợi ích</a:t>
            </a:r>
            <a:endParaRPr lang="en-US" dirty="0" smtClean="0">
              <a:solidFill>
                <a:schemeClr val="bg1"/>
              </a:solidFill>
            </a:endParaRPr>
          </a:p>
        </p:txBody>
      </p:sp>
      <p:sp>
        <p:nvSpPr>
          <p:cNvPr id="3" name="Rectangle 2"/>
          <p:cNvSpPr/>
          <p:nvPr/>
        </p:nvSpPr>
        <p:spPr>
          <a:xfrm>
            <a:off x="152400" y="990600"/>
            <a:ext cx="8915400" cy="3424014"/>
          </a:xfrm>
          <a:prstGeom prst="rect">
            <a:avLst/>
          </a:prstGeom>
        </p:spPr>
        <p:txBody>
          <a:bodyPr wrap="square">
            <a:spAutoFit/>
          </a:bodyPr>
          <a:lstStyle/>
          <a:p>
            <a:r>
              <a:rPr lang="en-US" i="1" dirty="0" smtClean="0"/>
              <a:t>4) </a:t>
            </a:r>
            <a:r>
              <a:rPr lang="en-US" i="1" dirty="0" err="1"/>
              <a:t>Tăng</a:t>
            </a:r>
            <a:r>
              <a:rPr lang="en-US" i="1" dirty="0"/>
              <a:t> </a:t>
            </a:r>
            <a:r>
              <a:rPr lang="en-US" i="1" dirty="0" err="1"/>
              <a:t>tốc</a:t>
            </a:r>
            <a:r>
              <a:rPr lang="en-US" i="1" dirty="0"/>
              <a:t> </a:t>
            </a:r>
            <a:r>
              <a:rPr lang="en-US" i="1" dirty="0" err="1"/>
              <a:t>độ</a:t>
            </a:r>
            <a:r>
              <a:rPr lang="en-US" i="1" dirty="0"/>
              <a:t> </a:t>
            </a:r>
            <a:r>
              <a:rPr lang="en-US" i="1" dirty="0" err="1"/>
              <a:t>truy</a:t>
            </a:r>
            <a:r>
              <a:rPr lang="en-US" i="1" dirty="0"/>
              <a:t> </a:t>
            </a:r>
            <a:r>
              <a:rPr lang="en-US" i="1" dirty="0" err="1"/>
              <a:t>cập</a:t>
            </a:r>
            <a:r>
              <a:rPr lang="en-US" i="1" dirty="0"/>
              <a:t> </a:t>
            </a:r>
            <a:r>
              <a:rPr lang="en-US" i="1" dirty="0" err="1"/>
              <a:t>vào</a:t>
            </a:r>
            <a:r>
              <a:rPr lang="en-US" i="1" dirty="0"/>
              <a:t> </a:t>
            </a:r>
            <a:r>
              <a:rPr lang="en-US" i="1" dirty="0" err="1"/>
              <a:t>các</a:t>
            </a:r>
            <a:r>
              <a:rPr lang="en-US" i="1" dirty="0"/>
              <a:t> </a:t>
            </a:r>
            <a:r>
              <a:rPr lang="en-US" i="1" dirty="0" err="1"/>
              <a:t>ứng</a:t>
            </a:r>
            <a:r>
              <a:rPr lang="en-US" i="1" dirty="0"/>
              <a:t> </a:t>
            </a:r>
            <a:r>
              <a:rPr lang="en-US" i="1" dirty="0" err="1"/>
              <a:t>dụng</a:t>
            </a:r>
            <a:r>
              <a:rPr lang="en-US" i="1" dirty="0"/>
              <a:t> </a:t>
            </a:r>
            <a:r>
              <a:rPr lang="en-US" i="1" dirty="0" err="1"/>
              <a:t>và</a:t>
            </a:r>
            <a:r>
              <a:rPr lang="en-US" i="1" dirty="0"/>
              <a:t> </a:t>
            </a:r>
            <a:r>
              <a:rPr lang="en-US" i="1" dirty="0" err="1"/>
              <a:t>dịch</a:t>
            </a:r>
            <a:r>
              <a:rPr lang="en-US" i="1" dirty="0"/>
              <a:t> </a:t>
            </a:r>
            <a:r>
              <a:rPr lang="en-US" i="1" dirty="0" err="1"/>
              <a:t>vụ</a:t>
            </a:r>
            <a:endParaRPr lang="en-US" i="1" dirty="0" smtClean="0"/>
          </a:p>
          <a:p>
            <a:pPr marL="800100" lvl="1" indent="-342900">
              <a:spcBef>
                <a:spcPts val="1200"/>
              </a:spcBef>
              <a:spcAft>
                <a:spcPts val="600"/>
              </a:spcAft>
              <a:buFont typeface="Wingdings" pitchFamily="2" charset="2"/>
              <a:buChar char="ü"/>
            </a:pPr>
            <a:r>
              <a:rPr lang="en-US" sz="2000" b="0" dirty="0" err="1" smtClean="0"/>
              <a:t>Đánh</a:t>
            </a:r>
            <a:r>
              <a:rPr lang="en-US" sz="2000" b="0" dirty="0" smtClean="0"/>
              <a:t> </a:t>
            </a:r>
            <a:r>
              <a:rPr lang="en-US" sz="2000" b="0" dirty="0" err="1"/>
              <a:t>giá</a:t>
            </a:r>
            <a:r>
              <a:rPr lang="en-US" sz="2000" b="0" dirty="0"/>
              <a:t> </a:t>
            </a:r>
            <a:r>
              <a:rPr lang="en-US" sz="2000" b="0" dirty="0" err="1"/>
              <a:t>và</a:t>
            </a:r>
            <a:r>
              <a:rPr lang="en-US" sz="2000" b="0" dirty="0"/>
              <a:t> </a:t>
            </a:r>
            <a:r>
              <a:rPr lang="en-US" sz="2000" b="0" dirty="0" err="1"/>
              <a:t>cải</a:t>
            </a:r>
            <a:r>
              <a:rPr lang="en-US" sz="2000" b="0" dirty="0"/>
              <a:t> </a:t>
            </a:r>
            <a:r>
              <a:rPr lang="en-US" sz="2000" b="0" dirty="0" err="1"/>
              <a:t>thiện</a:t>
            </a:r>
            <a:r>
              <a:rPr lang="en-US" sz="2000" b="0" dirty="0"/>
              <a:t> </a:t>
            </a:r>
            <a:r>
              <a:rPr lang="en-US" sz="2000" b="0" dirty="0" err="1" smtClean="0"/>
              <a:t>sự</a:t>
            </a:r>
            <a:r>
              <a:rPr lang="en-US" sz="2000" b="0" dirty="0" smtClean="0"/>
              <a:t> </a:t>
            </a:r>
            <a:r>
              <a:rPr lang="en-US" sz="2000" b="0" dirty="0" err="1" smtClean="0"/>
              <a:t>sẵn</a:t>
            </a:r>
            <a:r>
              <a:rPr lang="en-US" sz="2000" b="0" dirty="0" smtClean="0"/>
              <a:t> </a:t>
            </a:r>
            <a:r>
              <a:rPr lang="en-US" sz="2000" b="0" dirty="0" err="1" smtClean="0"/>
              <a:t>sàng</a:t>
            </a:r>
            <a:r>
              <a:rPr lang="en-US" sz="2000" b="0" dirty="0" smtClean="0"/>
              <a:t> </a:t>
            </a:r>
            <a:r>
              <a:rPr lang="en-US" sz="2000" b="0" dirty="0" err="1"/>
              <a:t>hoạt</a:t>
            </a:r>
            <a:r>
              <a:rPr lang="en-US" sz="2000" b="0" dirty="0"/>
              <a:t> </a:t>
            </a:r>
            <a:r>
              <a:rPr lang="en-US" sz="2000" b="0" dirty="0" err="1"/>
              <a:t>động</a:t>
            </a:r>
            <a:r>
              <a:rPr lang="en-US" sz="2000" b="0" dirty="0"/>
              <a:t> </a:t>
            </a:r>
            <a:r>
              <a:rPr lang="en-US" sz="2000" b="0" dirty="0" err="1"/>
              <a:t>để</a:t>
            </a:r>
            <a:r>
              <a:rPr lang="en-US" sz="2000" b="0" dirty="0"/>
              <a:t> </a:t>
            </a:r>
            <a:r>
              <a:rPr lang="en-US" sz="2000" b="0" dirty="0" err="1"/>
              <a:t>hỗ</a:t>
            </a:r>
            <a:r>
              <a:rPr lang="en-US" sz="2000" b="0" dirty="0"/>
              <a:t> </a:t>
            </a:r>
            <a:r>
              <a:rPr lang="en-US" sz="2000" b="0" dirty="0" err="1"/>
              <a:t>trợ</a:t>
            </a:r>
            <a:r>
              <a:rPr lang="en-US" sz="2000" b="0" dirty="0"/>
              <a:t> </a:t>
            </a:r>
            <a:r>
              <a:rPr lang="en-US" sz="2000" b="0" dirty="0" err="1"/>
              <a:t>công</a:t>
            </a:r>
            <a:r>
              <a:rPr lang="en-US" sz="2000" b="0" dirty="0"/>
              <a:t> </a:t>
            </a:r>
            <a:r>
              <a:rPr lang="en-US" sz="2000" b="0" dirty="0" err="1"/>
              <a:t>nghệ</a:t>
            </a:r>
            <a:r>
              <a:rPr lang="en-US" sz="2000" b="0" dirty="0"/>
              <a:t> </a:t>
            </a:r>
            <a:r>
              <a:rPr lang="en-US" sz="2000" b="0" dirty="0" err="1"/>
              <a:t>và</a:t>
            </a:r>
            <a:r>
              <a:rPr lang="en-US" sz="2000" b="0" dirty="0"/>
              <a:t> </a:t>
            </a:r>
            <a:r>
              <a:rPr lang="en-US" sz="2000" b="0" dirty="0" err="1"/>
              <a:t>dịch</a:t>
            </a:r>
            <a:r>
              <a:rPr lang="en-US" sz="2000" b="0" dirty="0"/>
              <a:t> </a:t>
            </a:r>
            <a:r>
              <a:rPr lang="en-US" sz="2000" b="0" dirty="0" err="1"/>
              <a:t>vụ</a:t>
            </a:r>
            <a:r>
              <a:rPr lang="en-US" sz="2000" b="0" dirty="0"/>
              <a:t> </a:t>
            </a:r>
            <a:r>
              <a:rPr lang="en-US" sz="2000" b="0" dirty="0" err="1"/>
              <a:t>mạng</a:t>
            </a:r>
            <a:r>
              <a:rPr lang="en-US" sz="2000" b="0" dirty="0"/>
              <a:t> </a:t>
            </a:r>
            <a:r>
              <a:rPr lang="en-US" sz="2000" b="0" dirty="0" err="1"/>
              <a:t>hiện</a:t>
            </a:r>
            <a:r>
              <a:rPr lang="en-US" sz="2000" b="0" dirty="0"/>
              <a:t> </a:t>
            </a:r>
            <a:r>
              <a:rPr lang="en-US" sz="2000" b="0" dirty="0" err="1"/>
              <a:t>tại</a:t>
            </a:r>
            <a:r>
              <a:rPr lang="en-US" sz="2000" b="0" dirty="0"/>
              <a:t> </a:t>
            </a:r>
            <a:r>
              <a:rPr lang="en-US" sz="2000" b="0" dirty="0" err="1"/>
              <a:t>và</a:t>
            </a:r>
            <a:r>
              <a:rPr lang="en-US" sz="2000" b="0" dirty="0"/>
              <a:t> </a:t>
            </a:r>
            <a:r>
              <a:rPr lang="en-US" sz="2000" b="0" dirty="0" err="1" smtClean="0"/>
              <a:t>tương</a:t>
            </a:r>
            <a:r>
              <a:rPr lang="en-US" sz="2000" b="0" dirty="0" smtClean="0"/>
              <a:t> </a:t>
            </a:r>
            <a:r>
              <a:rPr lang="en-US" sz="2000" b="0" dirty="0" err="1" smtClean="0"/>
              <a:t>lai</a:t>
            </a:r>
            <a:r>
              <a:rPr lang="en-US" sz="2000" b="0" dirty="0" smtClean="0"/>
              <a:t> </a:t>
            </a:r>
            <a:r>
              <a:rPr lang="en-US" sz="2000" b="0" dirty="0" err="1" smtClean="0"/>
              <a:t>được</a:t>
            </a:r>
            <a:r>
              <a:rPr lang="en-US" sz="2000" b="0" dirty="0" smtClean="0"/>
              <a:t> </a:t>
            </a:r>
            <a:r>
              <a:rPr lang="en-US" sz="2000" b="0" dirty="0" err="1"/>
              <a:t>hoạch</a:t>
            </a:r>
            <a:r>
              <a:rPr lang="en-US" sz="2000" b="0" dirty="0"/>
              <a:t> </a:t>
            </a:r>
            <a:r>
              <a:rPr lang="en-US" sz="2000" b="0" dirty="0" err="1" smtClean="0"/>
              <a:t>định</a:t>
            </a:r>
            <a:endParaRPr lang="en-US" sz="2000" b="0" dirty="0" smtClean="0"/>
          </a:p>
          <a:p>
            <a:pPr marL="800100" lvl="1" indent="-342900">
              <a:spcBef>
                <a:spcPts val="300"/>
              </a:spcBef>
              <a:spcAft>
                <a:spcPts val="600"/>
              </a:spcAft>
              <a:buFont typeface="Wingdings" pitchFamily="2" charset="2"/>
              <a:buChar char="ü"/>
            </a:pPr>
            <a:r>
              <a:rPr lang="en-US" sz="2000" b="0" dirty="0" err="1" smtClean="0"/>
              <a:t>Nâng</a:t>
            </a:r>
            <a:r>
              <a:rPr lang="en-US" sz="2000" b="0" dirty="0" smtClean="0"/>
              <a:t> </a:t>
            </a:r>
            <a:r>
              <a:rPr lang="en-US" sz="2000" b="0" dirty="0" err="1"/>
              <a:t>cao</a:t>
            </a:r>
            <a:r>
              <a:rPr lang="en-US" sz="2000" b="0" dirty="0"/>
              <a:t> </a:t>
            </a:r>
            <a:r>
              <a:rPr lang="en-US" sz="2000" b="0" dirty="0" err="1"/>
              <a:t>hiệu</a:t>
            </a:r>
            <a:r>
              <a:rPr lang="en-US" sz="2000" b="0" dirty="0"/>
              <a:t> </a:t>
            </a:r>
            <a:r>
              <a:rPr lang="en-US" sz="2000" b="0" dirty="0" err="1"/>
              <a:t>quả</a:t>
            </a:r>
            <a:r>
              <a:rPr lang="en-US" sz="2000" b="0" dirty="0"/>
              <a:t> </a:t>
            </a:r>
            <a:r>
              <a:rPr lang="en-US" sz="2000" b="0" dirty="0" err="1"/>
              <a:t>dịch</a:t>
            </a:r>
            <a:r>
              <a:rPr lang="en-US" sz="2000" b="0" dirty="0"/>
              <a:t> </a:t>
            </a:r>
            <a:r>
              <a:rPr lang="en-US" sz="2000" b="0" dirty="0" err="1"/>
              <a:t>vụ</a:t>
            </a:r>
            <a:r>
              <a:rPr lang="en-US" sz="2000" b="0" dirty="0"/>
              <a:t> </a:t>
            </a:r>
            <a:r>
              <a:rPr lang="en-US" sz="2000" b="0" dirty="0" err="1"/>
              <a:t>bằng</a:t>
            </a:r>
            <a:r>
              <a:rPr lang="en-US" sz="2000" b="0" dirty="0"/>
              <a:t> </a:t>
            </a:r>
            <a:r>
              <a:rPr lang="en-US" sz="2000" b="0" dirty="0" err="1"/>
              <a:t>cách</a:t>
            </a:r>
            <a:r>
              <a:rPr lang="en-US" sz="2000" b="0" dirty="0"/>
              <a:t> </a:t>
            </a:r>
            <a:r>
              <a:rPr lang="en-US" sz="2000" b="0" dirty="0" err="1"/>
              <a:t>tăng</a:t>
            </a:r>
            <a:r>
              <a:rPr lang="en-US" sz="2000" b="0" dirty="0"/>
              <a:t> </a:t>
            </a:r>
            <a:r>
              <a:rPr lang="en-US" sz="2000" b="0" dirty="0" err="1"/>
              <a:t>khả</a:t>
            </a:r>
            <a:r>
              <a:rPr lang="en-US" sz="2000" b="0" dirty="0"/>
              <a:t> </a:t>
            </a:r>
            <a:r>
              <a:rPr lang="en-US" sz="2000" b="0" dirty="0" err="1"/>
              <a:t>năng</a:t>
            </a:r>
            <a:r>
              <a:rPr lang="en-US" sz="2000" b="0" dirty="0"/>
              <a:t> </a:t>
            </a:r>
            <a:r>
              <a:rPr lang="en-US" sz="2000" b="0" dirty="0" err="1"/>
              <a:t>sẵn</a:t>
            </a:r>
            <a:r>
              <a:rPr lang="en-US" sz="2000" b="0" dirty="0"/>
              <a:t> </a:t>
            </a:r>
            <a:r>
              <a:rPr lang="en-US" sz="2000" b="0" dirty="0" err="1"/>
              <a:t>có</a:t>
            </a:r>
            <a:r>
              <a:rPr lang="en-US" sz="2000" b="0" dirty="0"/>
              <a:t>, </a:t>
            </a:r>
            <a:r>
              <a:rPr lang="en-US" sz="2000" b="0" dirty="0" err="1"/>
              <a:t>năng</a:t>
            </a:r>
            <a:r>
              <a:rPr lang="en-US" sz="2000" b="0" dirty="0"/>
              <a:t> </a:t>
            </a:r>
            <a:r>
              <a:rPr lang="en-US" sz="2000" b="0" dirty="0" err="1"/>
              <a:t>lực</a:t>
            </a:r>
            <a:r>
              <a:rPr lang="en-US" sz="2000" b="0" dirty="0"/>
              <a:t> </a:t>
            </a:r>
            <a:r>
              <a:rPr lang="en-US" sz="2000" b="0" dirty="0" err="1"/>
              <a:t>tài</a:t>
            </a:r>
            <a:r>
              <a:rPr lang="en-US" sz="2000" b="0" dirty="0"/>
              <a:t> </a:t>
            </a:r>
            <a:r>
              <a:rPr lang="en-US" sz="2000" b="0" dirty="0" err="1"/>
              <a:t>nguyên</a:t>
            </a:r>
            <a:r>
              <a:rPr lang="en-US" sz="2000" b="0" dirty="0"/>
              <a:t> </a:t>
            </a:r>
            <a:r>
              <a:rPr lang="en-US" sz="2000" b="0" dirty="0" err="1"/>
              <a:t>và</a:t>
            </a:r>
            <a:r>
              <a:rPr lang="en-US" sz="2000" b="0" dirty="0"/>
              <a:t> </a:t>
            </a:r>
            <a:r>
              <a:rPr lang="en-US" sz="2000" b="0" dirty="0" err="1"/>
              <a:t>hiệu</a:t>
            </a:r>
            <a:r>
              <a:rPr lang="en-US" sz="2000" b="0" dirty="0"/>
              <a:t> </a:t>
            </a:r>
            <a:r>
              <a:rPr lang="en-US" sz="2000" b="0" dirty="0" err="1" smtClean="0"/>
              <a:t>năng</a:t>
            </a:r>
            <a:endParaRPr lang="en-US" sz="2000" b="0" dirty="0" smtClean="0"/>
          </a:p>
          <a:p>
            <a:pPr marL="800100" lvl="1" indent="-342900">
              <a:spcBef>
                <a:spcPts val="300"/>
              </a:spcBef>
              <a:spcAft>
                <a:spcPts val="600"/>
              </a:spcAft>
              <a:buFont typeface="Wingdings" pitchFamily="2" charset="2"/>
              <a:buChar char="ü"/>
            </a:pPr>
            <a:r>
              <a:rPr lang="en-US" sz="2000" b="0" dirty="0" err="1" smtClean="0"/>
              <a:t>Cải</a:t>
            </a:r>
            <a:r>
              <a:rPr lang="en-US" sz="2000" b="0" dirty="0" smtClean="0"/>
              <a:t> </a:t>
            </a:r>
            <a:r>
              <a:rPr lang="en-US" sz="2000" b="0" dirty="0" err="1"/>
              <a:t>thiện</a:t>
            </a:r>
            <a:r>
              <a:rPr lang="en-US" sz="2000" b="0" dirty="0"/>
              <a:t> </a:t>
            </a:r>
            <a:r>
              <a:rPr lang="en-US" sz="2000" b="0" dirty="0" err="1"/>
              <a:t>tính</a:t>
            </a:r>
            <a:r>
              <a:rPr lang="en-US" sz="2000" b="0" dirty="0"/>
              <a:t> </a:t>
            </a:r>
            <a:r>
              <a:rPr lang="en-US" sz="2000" b="0" dirty="0" err="1"/>
              <a:t>sẵn</a:t>
            </a:r>
            <a:r>
              <a:rPr lang="en-US" sz="2000" b="0" dirty="0"/>
              <a:t> </a:t>
            </a:r>
            <a:r>
              <a:rPr lang="en-US" sz="2000" b="0" dirty="0" err="1"/>
              <a:t>sàng</a:t>
            </a:r>
            <a:r>
              <a:rPr lang="en-US" sz="2000" b="0" dirty="0"/>
              <a:t>, tin </a:t>
            </a:r>
            <a:r>
              <a:rPr lang="en-US" sz="2000" b="0" dirty="0" err="1"/>
              <a:t>cậy</a:t>
            </a:r>
            <a:r>
              <a:rPr lang="en-US" sz="2000" b="0" dirty="0"/>
              <a:t> </a:t>
            </a:r>
            <a:r>
              <a:rPr lang="en-US" sz="2000" b="0" dirty="0" err="1"/>
              <a:t>và</a:t>
            </a:r>
            <a:r>
              <a:rPr lang="en-US" sz="2000" b="0" dirty="0"/>
              <a:t> </a:t>
            </a:r>
            <a:r>
              <a:rPr lang="en-US" sz="2000" b="0" dirty="0" err="1"/>
              <a:t>sự</a:t>
            </a:r>
            <a:r>
              <a:rPr lang="en-US" sz="2000" b="0" dirty="0"/>
              <a:t> </a:t>
            </a:r>
            <a:r>
              <a:rPr lang="en-US" sz="2000" b="0" dirty="0" err="1"/>
              <a:t>ổn</a:t>
            </a:r>
            <a:r>
              <a:rPr lang="en-US" sz="2000" b="0" dirty="0"/>
              <a:t> </a:t>
            </a:r>
            <a:r>
              <a:rPr lang="en-US" sz="2000" b="0" dirty="0" err="1"/>
              <a:t>định</a:t>
            </a:r>
            <a:r>
              <a:rPr lang="en-US" sz="2000" b="0" dirty="0"/>
              <a:t> </a:t>
            </a:r>
            <a:r>
              <a:rPr lang="en-US" sz="2000" b="0" dirty="0" err="1"/>
              <a:t>của</a:t>
            </a:r>
            <a:r>
              <a:rPr lang="en-US" sz="2000" b="0" dirty="0"/>
              <a:t> </a:t>
            </a:r>
            <a:r>
              <a:rPr lang="en-US" sz="2000" b="0" dirty="0" err="1"/>
              <a:t>mạng</a:t>
            </a:r>
            <a:r>
              <a:rPr lang="en-US" sz="2000" b="0" dirty="0"/>
              <a:t> </a:t>
            </a:r>
            <a:r>
              <a:rPr lang="en-US" sz="2000" b="0" dirty="0" err="1"/>
              <a:t>và</a:t>
            </a:r>
            <a:r>
              <a:rPr lang="en-US" sz="2000" b="0" dirty="0"/>
              <a:t> </a:t>
            </a:r>
            <a:r>
              <a:rPr lang="en-US" sz="2000" b="0" dirty="0" err="1"/>
              <a:t>các</a:t>
            </a:r>
            <a:r>
              <a:rPr lang="en-US" sz="2000" b="0" dirty="0"/>
              <a:t> </a:t>
            </a:r>
            <a:r>
              <a:rPr lang="en-US" sz="2000" b="0" dirty="0" err="1"/>
              <a:t>ứng</a:t>
            </a:r>
            <a:r>
              <a:rPr lang="en-US" sz="2000" b="0" dirty="0"/>
              <a:t> </a:t>
            </a:r>
            <a:r>
              <a:rPr lang="en-US" sz="2000" b="0" dirty="0" err="1"/>
              <a:t>dụng</a:t>
            </a:r>
            <a:r>
              <a:rPr lang="en-US" sz="2000" b="0" dirty="0"/>
              <a:t> </a:t>
            </a:r>
            <a:r>
              <a:rPr lang="en-US" sz="2000" b="0" dirty="0" err="1"/>
              <a:t>đang</a:t>
            </a:r>
            <a:r>
              <a:rPr lang="en-US" sz="2000" b="0" dirty="0"/>
              <a:t> </a:t>
            </a:r>
            <a:r>
              <a:rPr lang="en-US" sz="2000" b="0" dirty="0" err="1"/>
              <a:t>chạy</a:t>
            </a:r>
            <a:r>
              <a:rPr lang="en-US" sz="2000" b="0" dirty="0"/>
              <a:t> </a:t>
            </a:r>
            <a:r>
              <a:rPr lang="en-US" sz="2000" b="0" dirty="0" err="1"/>
              <a:t>trên</a:t>
            </a:r>
            <a:r>
              <a:rPr lang="en-US" sz="2000" b="0" dirty="0"/>
              <a:t> </a:t>
            </a:r>
            <a:r>
              <a:rPr lang="en-US" sz="2000" b="0" dirty="0" err="1" smtClean="0"/>
              <a:t>đó</a:t>
            </a:r>
            <a:endParaRPr lang="en-US" sz="2000" b="0" dirty="0" smtClean="0"/>
          </a:p>
          <a:p>
            <a:pPr marL="800100" lvl="1" indent="-342900">
              <a:spcBef>
                <a:spcPts val="300"/>
              </a:spcBef>
              <a:spcAft>
                <a:spcPts val="600"/>
              </a:spcAft>
              <a:buFont typeface="Wingdings" pitchFamily="2" charset="2"/>
              <a:buChar char="ü"/>
            </a:pPr>
            <a:r>
              <a:rPr lang="en-US" sz="2000" b="0" dirty="0" err="1" smtClean="0"/>
              <a:t>Quản</a:t>
            </a:r>
            <a:r>
              <a:rPr lang="en-US" sz="2000" b="0" dirty="0" smtClean="0"/>
              <a:t> </a:t>
            </a:r>
            <a:r>
              <a:rPr lang="en-US" sz="2000" b="0" dirty="0" err="1"/>
              <a:t>lý</a:t>
            </a:r>
            <a:r>
              <a:rPr lang="en-US" sz="2000" b="0" dirty="0"/>
              <a:t> </a:t>
            </a:r>
            <a:r>
              <a:rPr lang="en-US" sz="2000" b="0" dirty="0" err="1"/>
              <a:t>và</a:t>
            </a:r>
            <a:r>
              <a:rPr lang="en-US" sz="2000" b="0" dirty="0"/>
              <a:t> </a:t>
            </a:r>
            <a:r>
              <a:rPr lang="en-US" sz="2000" b="0" dirty="0" err="1"/>
              <a:t>giải</a:t>
            </a:r>
            <a:r>
              <a:rPr lang="en-US" sz="2000" b="0" dirty="0"/>
              <a:t> </a:t>
            </a:r>
            <a:r>
              <a:rPr lang="en-US" sz="2000" b="0" dirty="0" err="1"/>
              <a:t>quyết</a:t>
            </a:r>
            <a:r>
              <a:rPr lang="en-US" sz="2000" b="0" dirty="0"/>
              <a:t> </a:t>
            </a:r>
            <a:r>
              <a:rPr lang="en-US" sz="2000" b="0" dirty="0" err="1"/>
              <a:t>các</a:t>
            </a:r>
            <a:r>
              <a:rPr lang="en-US" sz="2000" b="0" dirty="0"/>
              <a:t> </a:t>
            </a:r>
            <a:r>
              <a:rPr lang="en-US" sz="2000" b="0" dirty="0" err="1"/>
              <a:t>vấn</a:t>
            </a:r>
            <a:r>
              <a:rPr lang="en-US" sz="2000" b="0" dirty="0"/>
              <a:t> </a:t>
            </a:r>
            <a:r>
              <a:rPr lang="en-US" sz="2000" b="0" dirty="0" err="1"/>
              <a:t>đề</a:t>
            </a:r>
            <a:r>
              <a:rPr lang="en-US" sz="2000" b="0" dirty="0"/>
              <a:t> </a:t>
            </a:r>
            <a:r>
              <a:rPr lang="en-US" sz="2000" b="0" dirty="0" err="1"/>
              <a:t>ảnh</a:t>
            </a:r>
            <a:r>
              <a:rPr lang="en-US" sz="2000" b="0" dirty="0"/>
              <a:t> </a:t>
            </a:r>
            <a:r>
              <a:rPr lang="en-US" sz="2000" b="0" dirty="0" err="1"/>
              <a:t>hưởng</a:t>
            </a:r>
            <a:r>
              <a:rPr lang="en-US" sz="2000" b="0" dirty="0"/>
              <a:t> </a:t>
            </a:r>
            <a:r>
              <a:rPr lang="en-US" sz="2000" b="0" dirty="0" err="1"/>
              <a:t>đến</a:t>
            </a:r>
            <a:r>
              <a:rPr lang="en-US" sz="2000" b="0" dirty="0"/>
              <a:t> </a:t>
            </a:r>
            <a:r>
              <a:rPr lang="en-US" sz="2000" b="0" dirty="0" err="1"/>
              <a:t>hệ</a:t>
            </a:r>
            <a:r>
              <a:rPr lang="en-US" sz="2000" b="0" dirty="0"/>
              <a:t> </a:t>
            </a:r>
            <a:r>
              <a:rPr lang="en-US" sz="2000" b="0" dirty="0" err="1"/>
              <a:t>thống</a:t>
            </a:r>
            <a:r>
              <a:rPr lang="en-US" sz="2000" b="0" dirty="0"/>
              <a:t> </a:t>
            </a:r>
            <a:r>
              <a:rPr lang="en-US" sz="2000" b="0" dirty="0" err="1"/>
              <a:t>mạng</a:t>
            </a:r>
            <a:r>
              <a:rPr lang="en-US" sz="2000" b="0" dirty="0"/>
              <a:t> </a:t>
            </a:r>
            <a:r>
              <a:rPr lang="en-US" sz="2000" b="0" dirty="0" err="1"/>
              <a:t>và</a:t>
            </a:r>
            <a:r>
              <a:rPr lang="en-US" sz="2000" b="0" dirty="0"/>
              <a:t> </a:t>
            </a:r>
            <a:r>
              <a:rPr lang="en-US" sz="2000" b="0" dirty="0" err="1"/>
              <a:t>đảm</a:t>
            </a:r>
            <a:r>
              <a:rPr lang="en-US" sz="2000" b="0" dirty="0"/>
              <a:t> </a:t>
            </a:r>
            <a:r>
              <a:rPr lang="en-US" sz="2000" b="0" dirty="0" err="1"/>
              <a:t>bảo</a:t>
            </a:r>
            <a:r>
              <a:rPr lang="en-US" sz="2000" b="0" dirty="0"/>
              <a:t> </a:t>
            </a:r>
            <a:r>
              <a:rPr lang="en-US" sz="2000" b="0" dirty="0" err="1"/>
              <a:t>các</a:t>
            </a:r>
            <a:r>
              <a:rPr lang="en-US" sz="2000" b="0" dirty="0"/>
              <a:t> </a:t>
            </a:r>
            <a:r>
              <a:rPr lang="en-US" sz="2000" b="0" dirty="0" err="1"/>
              <a:t>ứng</a:t>
            </a:r>
            <a:r>
              <a:rPr lang="en-US" sz="2000" b="0" dirty="0"/>
              <a:t> </a:t>
            </a:r>
            <a:r>
              <a:rPr lang="en-US" sz="2000" b="0" dirty="0" err="1"/>
              <a:t>dụng</a:t>
            </a:r>
            <a:r>
              <a:rPr lang="en-US" sz="2000" b="0" dirty="0"/>
              <a:t> </a:t>
            </a:r>
            <a:r>
              <a:rPr lang="en-US" sz="2000" b="0" dirty="0" err="1"/>
              <a:t>phần</a:t>
            </a:r>
            <a:r>
              <a:rPr lang="en-US" sz="2000" b="0" dirty="0"/>
              <a:t> </a:t>
            </a:r>
            <a:r>
              <a:rPr lang="en-US" sz="2000" b="0" dirty="0" err="1"/>
              <a:t>mềm</a:t>
            </a:r>
            <a:r>
              <a:rPr lang="en-US" sz="2000" b="0" dirty="0"/>
              <a:t> </a:t>
            </a:r>
            <a:r>
              <a:rPr lang="en-US" sz="2000" b="0" dirty="0" err="1"/>
              <a:t>hoạt</a:t>
            </a:r>
            <a:r>
              <a:rPr lang="en-US" sz="2000" b="0" dirty="0"/>
              <a:t> </a:t>
            </a:r>
            <a:r>
              <a:rPr lang="en-US" sz="2000" b="0" dirty="0" err="1"/>
              <a:t>động</a:t>
            </a:r>
            <a:r>
              <a:rPr lang="en-US" sz="2000" b="0" dirty="0"/>
              <a:t> </a:t>
            </a:r>
            <a:r>
              <a:rPr lang="en-US" sz="2000" b="0" dirty="0" err="1"/>
              <a:t>ổn</a:t>
            </a:r>
            <a:r>
              <a:rPr lang="en-US" sz="2000" b="0" dirty="0"/>
              <a:t> </a:t>
            </a:r>
            <a:r>
              <a:rPr lang="en-US" sz="2000" b="0" dirty="0" err="1"/>
              <a:t>định</a:t>
            </a:r>
            <a:r>
              <a:rPr lang="en-US" sz="2000" b="0" dirty="0"/>
              <a:t>.</a:t>
            </a:r>
            <a:endParaRPr lang="en-US" sz="4800" b="0" dirty="0"/>
          </a:p>
        </p:txBody>
      </p:sp>
    </p:spTree>
    <p:extLst>
      <p:ext uri="{BB962C8B-B14F-4D97-AF65-F5344CB8AC3E}">
        <p14:creationId xmlns:p14="http://schemas.microsoft.com/office/powerpoint/2010/main" val="119955322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9"/>
          <p:cNvSpPr txBox="1">
            <a:spLocks noChangeArrowheads="1"/>
          </p:cNvSpPr>
          <p:nvPr/>
        </p:nvSpPr>
        <p:spPr bwMode="auto">
          <a:xfrm>
            <a:off x="76200" y="152400"/>
            <a:ext cx="9067800" cy="6858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rtl="0" eaLnBrk="0" fontAlgn="base" hangingPunct="0">
              <a:spcBef>
                <a:spcPct val="0"/>
              </a:spcBef>
              <a:spcAft>
                <a:spcPct val="0"/>
              </a:spcAft>
              <a:defRPr sz="3600" b="1">
                <a:solidFill>
                  <a:schemeClr val="tx1"/>
                </a:solidFill>
                <a:latin typeface="+mj-lt"/>
                <a:ea typeface="+mj-ea"/>
                <a:cs typeface="+mj-cs"/>
              </a:defRPr>
            </a:lvl1pPr>
            <a:lvl2pPr algn="l" rtl="0" eaLnBrk="0" fontAlgn="base" hangingPunct="0">
              <a:spcBef>
                <a:spcPct val="0"/>
              </a:spcBef>
              <a:spcAft>
                <a:spcPct val="0"/>
              </a:spcAft>
              <a:defRPr sz="3600" b="1">
                <a:solidFill>
                  <a:schemeClr val="tx1"/>
                </a:solidFill>
                <a:latin typeface="Arial" charset="0"/>
                <a:ea typeface="ＭＳ Ｐゴシック" pitchFamily="16" charset="-128"/>
              </a:defRPr>
            </a:lvl2pPr>
            <a:lvl3pPr algn="l" rtl="0" eaLnBrk="0" fontAlgn="base" hangingPunct="0">
              <a:spcBef>
                <a:spcPct val="0"/>
              </a:spcBef>
              <a:spcAft>
                <a:spcPct val="0"/>
              </a:spcAft>
              <a:defRPr sz="3600" b="1">
                <a:solidFill>
                  <a:schemeClr val="tx1"/>
                </a:solidFill>
                <a:latin typeface="Arial" charset="0"/>
                <a:ea typeface="ＭＳ Ｐゴシック" pitchFamily="16" charset="-128"/>
              </a:defRPr>
            </a:lvl3pPr>
            <a:lvl4pPr algn="l" rtl="0" eaLnBrk="0" fontAlgn="base" hangingPunct="0">
              <a:spcBef>
                <a:spcPct val="0"/>
              </a:spcBef>
              <a:spcAft>
                <a:spcPct val="0"/>
              </a:spcAft>
              <a:defRPr sz="3600" b="1">
                <a:solidFill>
                  <a:schemeClr val="tx1"/>
                </a:solidFill>
                <a:latin typeface="Arial" charset="0"/>
                <a:ea typeface="ＭＳ Ｐゴシック" pitchFamily="16" charset="-128"/>
              </a:defRPr>
            </a:lvl4pPr>
            <a:lvl5pPr algn="l" rtl="0" eaLnBrk="0" fontAlgn="base" hangingPunct="0">
              <a:spcBef>
                <a:spcPct val="0"/>
              </a:spcBef>
              <a:spcAft>
                <a:spcPct val="0"/>
              </a:spcAft>
              <a:defRPr sz="3600" b="1">
                <a:solidFill>
                  <a:schemeClr val="tx1"/>
                </a:solidFill>
                <a:latin typeface="Arial" charset="0"/>
                <a:ea typeface="ＭＳ Ｐゴシック" pitchFamily="16" charset="-128"/>
              </a:defRPr>
            </a:lvl5pPr>
            <a:lvl6pPr marL="457200" algn="ctr" rtl="0" fontAlgn="base">
              <a:spcBef>
                <a:spcPct val="0"/>
              </a:spcBef>
              <a:spcAft>
                <a:spcPct val="0"/>
              </a:spcAft>
              <a:defRPr sz="4400">
                <a:solidFill>
                  <a:schemeClr val="tx2"/>
                </a:solidFill>
                <a:latin typeface="Arial" charset="0"/>
                <a:ea typeface="ＭＳ Ｐゴシック" pitchFamily="16" charset="-128"/>
              </a:defRPr>
            </a:lvl6pPr>
            <a:lvl7pPr marL="914400" algn="ctr" rtl="0" fontAlgn="base">
              <a:spcBef>
                <a:spcPct val="0"/>
              </a:spcBef>
              <a:spcAft>
                <a:spcPct val="0"/>
              </a:spcAft>
              <a:defRPr sz="4400">
                <a:solidFill>
                  <a:schemeClr val="tx2"/>
                </a:solidFill>
                <a:latin typeface="Arial" charset="0"/>
                <a:ea typeface="ＭＳ Ｐゴシック" pitchFamily="16" charset="-128"/>
              </a:defRPr>
            </a:lvl7pPr>
            <a:lvl8pPr marL="1371600" algn="ctr" rtl="0" fontAlgn="base">
              <a:spcBef>
                <a:spcPct val="0"/>
              </a:spcBef>
              <a:spcAft>
                <a:spcPct val="0"/>
              </a:spcAft>
              <a:defRPr sz="4400">
                <a:solidFill>
                  <a:schemeClr val="tx2"/>
                </a:solidFill>
                <a:latin typeface="Arial" charset="0"/>
                <a:ea typeface="ＭＳ Ｐゴシック" pitchFamily="16" charset="-128"/>
              </a:defRPr>
            </a:lvl8pPr>
            <a:lvl9pPr marL="1828800" algn="ctr" rtl="0" fontAlgn="base">
              <a:spcBef>
                <a:spcPct val="0"/>
              </a:spcBef>
              <a:spcAft>
                <a:spcPct val="0"/>
              </a:spcAft>
              <a:defRPr sz="4400">
                <a:solidFill>
                  <a:schemeClr val="tx2"/>
                </a:solidFill>
                <a:latin typeface="Arial" charset="0"/>
                <a:ea typeface="ＭＳ Ｐゴシック" pitchFamily="16" charset="-128"/>
              </a:defRPr>
            </a:lvl9pPr>
          </a:lstStyle>
          <a:p>
            <a:pPr algn="ctr"/>
            <a:r>
              <a:rPr lang="en-US" smtClean="0">
                <a:solidFill>
                  <a:schemeClr val="bg1"/>
                </a:solidFill>
              </a:rPr>
              <a:t>Phương pháp thiết kế</a:t>
            </a:r>
            <a:endParaRPr lang="en-US" dirty="0" smtClean="0">
              <a:solidFill>
                <a:schemeClr val="bg1"/>
              </a:solidFill>
            </a:endParaRPr>
          </a:p>
        </p:txBody>
      </p:sp>
      <p:sp>
        <p:nvSpPr>
          <p:cNvPr id="3" name="Rectangle 2"/>
          <p:cNvSpPr/>
          <p:nvPr/>
        </p:nvSpPr>
        <p:spPr>
          <a:xfrm>
            <a:off x="152400" y="990600"/>
            <a:ext cx="8915400" cy="2708434"/>
          </a:xfrm>
          <a:prstGeom prst="rect">
            <a:avLst/>
          </a:prstGeom>
        </p:spPr>
        <p:txBody>
          <a:bodyPr wrap="square">
            <a:spAutoFit/>
          </a:bodyPr>
          <a:lstStyle/>
          <a:p>
            <a:r>
              <a:rPr lang="en-US" dirty="0" err="1"/>
              <a:t>Phương</a:t>
            </a:r>
            <a:r>
              <a:rPr lang="en-US" dirty="0"/>
              <a:t> </a:t>
            </a:r>
            <a:r>
              <a:rPr lang="en-US" dirty="0" err="1"/>
              <a:t>pháp</a:t>
            </a:r>
            <a:r>
              <a:rPr lang="en-US" dirty="0"/>
              <a:t> </a:t>
            </a:r>
            <a:r>
              <a:rPr lang="en-US" dirty="0" err="1"/>
              <a:t>thiết</a:t>
            </a:r>
            <a:r>
              <a:rPr lang="en-US" dirty="0"/>
              <a:t> </a:t>
            </a:r>
            <a:r>
              <a:rPr lang="en-US" dirty="0" err="1"/>
              <a:t>kế</a:t>
            </a:r>
            <a:r>
              <a:rPr lang="en-US" dirty="0"/>
              <a:t> </a:t>
            </a:r>
            <a:r>
              <a:rPr lang="en-US" dirty="0" err="1"/>
              <a:t>có</a:t>
            </a:r>
            <a:r>
              <a:rPr lang="en-US" dirty="0"/>
              <a:t> </a:t>
            </a:r>
            <a:r>
              <a:rPr lang="en-US" dirty="0" err="1"/>
              <a:t>thể</a:t>
            </a:r>
            <a:r>
              <a:rPr lang="en-US" dirty="0"/>
              <a:t> </a:t>
            </a:r>
            <a:r>
              <a:rPr lang="en-US" dirty="0" err="1"/>
              <a:t>tóm</a:t>
            </a:r>
            <a:r>
              <a:rPr lang="en-US" dirty="0"/>
              <a:t> </a:t>
            </a:r>
            <a:r>
              <a:rPr lang="en-US" dirty="0" err="1"/>
              <a:t>gọn</a:t>
            </a:r>
            <a:r>
              <a:rPr lang="en-US" dirty="0"/>
              <a:t> </a:t>
            </a:r>
            <a:r>
              <a:rPr lang="en-US" dirty="0" err="1"/>
              <a:t>gồm</a:t>
            </a:r>
            <a:r>
              <a:rPr lang="en-US" dirty="0"/>
              <a:t> 3 </a:t>
            </a:r>
            <a:r>
              <a:rPr lang="en-US" dirty="0" err="1"/>
              <a:t>bước</a:t>
            </a:r>
            <a:r>
              <a:rPr lang="en-US" dirty="0" smtClean="0"/>
              <a:t>:</a:t>
            </a:r>
          </a:p>
          <a:p>
            <a:endParaRPr lang="en-US" dirty="0"/>
          </a:p>
          <a:p>
            <a:pPr lvl="0">
              <a:spcBef>
                <a:spcPts val="1200"/>
              </a:spcBef>
              <a:spcAft>
                <a:spcPts val="1200"/>
              </a:spcAft>
            </a:pPr>
            <a:r>
              <a:rPr lang="en-US" b="0" dirty="0" err="1"/>
              <a:t>Bước</a:t>
            </a:r>
            <a:r>
              <a:rPr lang="en-US" b="0" dirty="0"/>
              <a:t> 1</a:t>
            </a:r>
            <a:r>
              <a:rPr lang="en-US" dirty="0"/>
              <a:t>. </a:t>
            </a:r>
            <a:r>
              <a:rPr lang="en-US" dirty="0" err="1"/>
              <a:t>Xác</a:t>
            </a:r>
            <a:r>
              <a:rPr lang="en-US" dirty="0"/>
              <a:t> </a:t>
            </a:r>
            <a:r>
              <a:rPr lang="en-US" dirty="0" err="1"/>
              <a:t>định</a:t>
            </a:r>
            <a:r>
              <a:rPr lang="en-US" dirty="0"/>
              <a:t> </a:t>
            </a:r>
            <a:r>
              <a:rPr lang="en-US" dirty="0" err="1"/>
              <a:t>yêu</a:t>
            </a:r>
            <a:r>
              <a:rPr lang="en-US" dirty="0"/>
              <a:t> </a:t>
            </a:r>
            <a:r>
              <a:rPr lang="en-US" dirty="0" err="1"/>
              <a:t>cầu</a:t>
            </a:r>
            <a:r>
              <a:rPr lang="en-US" dirty="0"/>
              <a:t> </a:t>
            </a:r>
            <a:r>
              <a:rPr lang="en-US" dirty="0" err="1"/>
              <a:t>khách</a:t>
            </a:r>
            <a:r>
              <a:rPr lang="en-US" dirty="0"/>
              <a:t> </a:t>
            </a:r>
            <a:r>
              <a:rPr lang="en-US" dirty="0" err="1"/>
              <a:t>hàng</a:t>
            </a:r>
            <a:endParaRPr lang="en-US" dirty="0"/>
          </a:p>
          <a:p>
            <a:pPr lvl="0">
              <a:spcBef>
                <a:spcPts val="1200"/>
              </a:spcBef>
              <a:spcAft>
                <a:spcPts val="1200"/>
              </a:spcAft>
            </a:pPr>
            <a:r>
              <a:rPr lang="en-US" b="0" dirty="0" err="1"/>
              <a:t>Bước</a:t>
            </a:r>
            <a:r>
              <a:rPr lang="en-US" b="0" dirty="0"/>
              <a:t> 2</a:t>
            </a:r>
            <a:r>
              <a:rPr lang="en-US" dirty="0"/>
              <a:t>. </a:t>
            </a:r>
            <a:r>
              <a:rPr lang="en-US" dirty="0" err="1"/>
              <a:t>Khảo</a:t>
            </a:r>
            <a:r>
              <a:rPr lang="en-US" dirty="0"/>
              <a:t> </a:t>
            </a:r>
            <a:r>
              <a:rPr lang="en-US" dirty="0" err="1"/>
              <a:t>sát</a:t>
            </a:r>
            <a:r>
              <a:rPr lang="en-US" dirty="0"/>
              <a:t> </a:t>
            </a:r>
            <a:r>
              <a:rPr lang="en-US" dirty="0" err="1"/>
              <a:t>hiện</a:t>
            </a:r>
            <a:r>
              <a:rPr lang="en-US" dirty="0"/>
              <a:t> </a:t>
            </a:r>
            <a:r>
              <a:rPr lang="en-US" dirty="0" err="1"/>
              <a:t>trạng</a:t>
            </a:r>
            <a:r>
              <a:rPr lang="en-US" dirty="0"/>
              <a:t> </a:t>
            </a:r>
            <a:r>
              <a:rPr lang="en-US" dirty="0" err="1"/>
              <a:t>hệ</a:t>
            </a:r>
            <a:r>
              <a:rPr lang="en-US" dirty="0"/>
              <a:t> </a:t>
            </a:r>
            <a:r>
              <a:rPr lang="en-US" dirty="0" err="1"/>
              <a:t>thống</a:t>
            </a:r>
            <a:r>
              <a:rPr lang="en-US" dirty="0"/>
              <a:t> </a:t>
            </a:r>
            <a:r>
              <a:rPr lang="en-US" dirty="0" err="1"/>
              <a:t>mạng</a:t>
            </a:r>
            <a:endParaRPr lang="en-US" dirty="0"/>
          </a:p>
          <a:p>
            <a:pPr lvl="0">
              <a:spcBef>
                <a:spcPts val="1200"/>
              </a:spcBef>
              <a:spcAft>
                <a:spcPts val="1200"/>
              </a:spcAft>
            </a:pPr>
            <a:r>
              <a:rPr lang="en-US" b="0" dirty="0" err="1"/>
              <a:t>Bước</a:t>
            </a:r>
            <a:r>
              <a:rPr lang="en-US" b="0" dirty="0"/>
              <a:t> 3</a:t>
            </a:r>
            <a:r>
              <a:rPr lang="en-US" dirty="0"/>
              <a:t>. </a:t>
            </a:r>
            <a:r>
              <a:rPr lang="en-US" dirty="0" err="1"/>
              <a:t>Thiết</a:t>
            </a:r>
            <a:r>
              <a:rPr lang="en-US" dirty="0"/>
              <a:t> </a:t>
            </a:r>
            <a:r>
              <a:rPr lang="en-US" dirty="0" err="1"/>
              <a:t>kế</a:t>
            </a:r>
            <a:r>
              <a:rPr lang="en-US" dirty="0"/>
              <a:t> </a:t>
            </a:r>
            <a:r>
              <a:rPr lang="en-US" dirty="0" err="1"/>
              <a:t>mạng</a:t>
            </a:r>
            <a:r>
              <a:rPr lang="en-US" dirty="0"/>
              <a:t> </a:t>
            </a:r>
            <a:r>
              <a:rPr lang="en-US" dirty="0" err="1"/>
              <a:t>và</a:t>
            </a:r>
            <a:r>
              <a:rPr lang="en-US" dirty="0"/>
              <a:t> </a:t>
            </a:r>
            <a:r>
              <a:rPr lang="en-US" dirty="0" err="1"/>
              <a:t>giải</a:t>
            </a:r>
            <a:r>
              <a:rPr lang="en-US" dirty="0"/>
              <a:t> </a:t>
            </a:r>
            <a:r>
              <a:rPr lang="en-US" dirty="0" err="1"/>
              <a:t>pháp</a:t>
            </a:r>
            <a:endParaRPr lang="en-US" dirty="0"/>
          </a:p>
        </p:txBody>
      </p:sp>
    </p:spTree>
    <p:extLst>
      <p:ext uri="{BB962C8B-B14F-4D97-AF65-F5344CB8AC3E}">
        <p14:creationId xmlns:p14="http://schemas.microsoft.com/office/powerpoint/2010/main" val="395554087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92162"/>
          </a:xfrm>
        </p:spPr>
        <p:txBody>
          <a:bodyPr/>
          <a:lstStyle/>
          <a:p>
            <a:pPr algn="ctr"/>
            <a:r>
              <a:rPr lang="en-US" smtClean="0">
                <a:solidFill>
                  <a:schemeClr val="bg1"/>
                </a:solidFill>
              </a:rPr>
              <a:t>Bước 1. Xác định yêu cầu thiết kế</a:t>
            </a:r>
            <a:endParaRPr lang="en-US">
              <a:solidFill>
                <a:schemeClr val="bg1"/>
              </a:solidFill>
            </a:endParaRPr>
          </a:p>
        </p:txBody>
      </p:sp>
      <p:sp>
        <p:nvSpPr>
          <p:cNvPr id="3" name="Content Placeholder 2"/>
          <p:cNvSpPr>
            <a:spLocks noGrp="1"/>
          </p:cNvSpPr>
          <p:nvPr>
            <p:ph idx="1"/>
          </p:nvPr>
        </p:nvSpPr>
        <p:spPr>
          <a:xfrm>
            <a:off x="381000" y="1066800"/>
            <a:ext cx="8382000" cy="4267200"/>
          </a:xfrm>
        </p:spPr>
        <p:txBody>
          <a:bodyPr/>
          <a:lstStyle/>
          <a:p>
            <a:pPr marL="0" indent="0">
              <a:buNone/>
            </a:pPr>
            <a:r>
              <a:rPr lang="en-US" sz="2400"/>
              <a:t>Để xác định yêu cầu khách hàng, người thiết kế không chỉ trao đổi với các kỹ sư mạng mà còn phải trao đổi với các lãnh đạo tổ chức. </a:t>
            </a:r>
            <a:endParaRPr lang="en-US" sz="2400" smtClean="0"/>
          </a:p>
          <a:p>
            <a:pPr marL="0" indent="0">
              <a:buNone/>
            </a:pPr>
            <a:r>
              <a:rPr lang="en-US" sz="2400" smtClean="0"/>
              <a:t>Mạng </a:t>
            </a:r>
            <a:r>
              <a:rPr lang="en-US" sz="2400"/>
              <a:t>được thiết kế để hỗ trợ các ứng dụng, do đó cần phải xác định các dịch vụ mạng cần phải đáp ứng. Các mục tiêu phân làm 2 loại</a:t>
            </a:r>
            <a:r>
              <a:rPr lang="en-US" sz="2400" smtClean="0"/>
              <a:t>:</a:t>
            </a:r>
          </a:p>
          <a:p>
            <a:pPr lvl="0"/>
            <a:r>
              <a:rPr lang="en-US" sz="2400">
                <a:solidFill>
                  <a:srgbClr val="FF0000"/>
                </a:solidFill>
              </a:rPr>
              <a:t>Mục tiêu của doanh nghiệp </a:t>
            </a:r>
            <a:r>
              <a:rPr lang="en-US" sz="2400"/>
              <a:t>(business goals): tập trung vào việc làm thế nào hệ thống mạng có thể đáp ứng cho doanh nghiệp thành công hơn</a:t>
            </a:r>
          </a:p>
          <a:p>
            <a:r>
              <a:rPr lang="en-US" sz="2400">
                <a:solidFill>
                  <a:srgbClr val="FF0000"/>
                </a:solidFill>
              </a:rPr>
              <a:t>Yêu cầu kỹ thuật (</a:t>
            </a:r>
            <a:r>
              <a:rPr lang="en-US" sz="2400"/>
              <a:t>Technical requirements): tập trung vào các kỹ thuật được triển khai trong mạng</a:t>
            </a:r>
          </a:p>
        </p:txBody>
      </p:sp>
    </p:spTree>
    <p:extLst>
      <p:ext uri="{BB962C8B-B14F-4D97-AF65-F5344CB8AC3E}">
        <p14:creationId xmlns:p14="http://schemas.microsoft.com/office/powerpoint/2010/main" val="224861113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305800" cy="4267200"/>
          </a:xfrm>
        </p:spPr>
        <p:txBody>
          <a:bodyPr/>
          <a:lstStyle/>
          <a:p>
            <a:pPr marL="0" indent="0">
              <a:buNone/>
            </a:pPr>
            <a:r>
              <a:rPr lang="en-US" dirty="0" err="1"/>
              <a:t>Các</a:t>
            </a:r>
            <a:r>
              <a:rPr lang="en-US" dirty="0"/>
              <a:t> </a:t>
            </a:r>
            <a:r>
              <a:rPr lang="en-US" dirty="0" err="1"/>
              <a:t>bước</a:t>
            </a:r>
            <a:r>
              <a:rPr lang="en-US" dirty="0"/>
              <a:t> </a:t>
            </a:r>
            <a:r>
              <a:rPr lang="en-US" dirty="0" err="1"/>
              <a:t>để</a:t>
            </a:r>
            <a:r>
              <a:rPr lang="en-US" dirty="0"/>
              <a:t> </a:t>
            </a:r>
            <a:r>
              <a:rPr lang="en-US" dirty="0" err="1"/>
              <a:t>xác</a:t>
            </a:r>
            <a:r>
              <a:rPr lang="en-US" dirty="0"/>
              <a:t> </a:t>
            </a:r>
            <a:r>
              <a:rPr lang="en-US" dirty="0" err="1"/>
              <a:t>định</a:t>
            </a:r>
            <a:r>
              <a:rPr lang="en-US" dirty="0"/>
              <a:t> </a:t>
            </a:r>
            <a:r>
              <a:rPr lang="en-US" dirty="0" err="1"/>
              <a:t>yêu</a:t>
            </a:r>
            <a:r>
              <a:rPr lang="en-US" dirty="0"/>
              <a:t> </a:t>
            </a:r>
            <a:r>
              <a:rPr lang="en-US" dirty="0" err="1"/>
              <a:t>cầu</a:t>
            </a:r>
            <a:r>
              <a:rPr lang="en-US" dirty="0"/>
              <a:t> </a:t>
            </a:r>
            <a:r>
              <a:rPr lang="en-US" dirty="0" err="1"/>
              <a:t>khách</a:t>
            </a:r>
            <a:r>
              <a:rPr lang="en-US" dirty="0"/>
              <a:t> </a:t>
            </a:r>
            <a:r>
              <a:rPr lang="en-US" dirty="0" err="1"/>
              <a:t>hàng</a:t>
            </a:r>
            <a:r>
              <a:rPr lang="en-US" dirty="0" smtClean="0"/>
              <a:t>:</a:t>
            </a:r>
          </a:p>
          <a:p>
            <a:pPr marL="0" indent="0">
              <a:buNone/>
            </a:pPr>
            <a:endParaRPr lang="en-US" dirty="0"/>
          </a:p>
          <a:p>
            <a:pPr lvl="0"/>
            <a:r>
              <a:rPr lang="en-US" sz="2400" dirty="0" err="1"/>
              <a:t>Xác</a:t>
            </a:r>
            <a:r>
              <a:rPr lang="en-US" sz="2400" dirty="0"/>
              <a:t> </a:t>
            </a:r>
            <a:r>
              <a:rPr lang="en-US" sz="2400" dirty="0" err="1"/>
              <a:t>định</a:t>
            </a:r>
            <a:r>
              <a:rPr lang="en-US" sz="2400" dirty="0"/>
              <a:t> </a:t>
            </a:r>
            <a:r>
              <a:rPr lang="en-US" sz="2400" dirty="0" err="1"/>
              <a:t>các</a:t>
            </a:r>
            <a:r>
              <a:rPr lang="en-US" sz="2400" dirty="0"/>
              <a:t> </a:t>
            </a:r>
            <a:r>
              <a:rPr lang="en-US" sz="2400" dirty="0" err="1"/>
              <a:t>ứng</a:t>
            </a:r>
            <a:r>
              <a:rPr lang="en-US" sz="2400" dirty="0"/>
              <a:t> </a:t>
            </a:r>
            <a:r>
              <a:rPr lang="en-US" sz="2400" dirty="0" err="1"/>
              <a:t>dụng</a:t>
            </a:r>
            <a:r>
              <a:rPr lang="en-US" sz="2400" dirty="0"/>
              <a:t> </a:t>
            </a:r>
            <a:r>
              <a:rPr lang="en-US" sz="2400" dirty="0" err="1"/>
              <a:t>và</a:t>
            </a:r>
            <a:r>
              <a:rPr lang="en-US" sz="2400" dirty="0"/>
              <a:t> </a:t>
            </a:r>
            <a:r>
              <a:rPr lang="en-US" sz="2400" dirty="0" err="1"/>
              <a:t>dịch</a:t>
            </a:r>
            <a:r>
              <a:rPr lang="en-US" sz="2400" dirty="0"/>
              <a:t> </a:t>
            </a:r>
            <a:r>
              <a:rPr lang="en-US" sz="2400" dirty="0" err="1"/>
              <a:t>vụ</a:t>
            </a:r>
            <a:r>
              <a:rPr lang="en-US" sz="2400" dirty="0"/>
              <a:t> </a:t>
            </a:r>
            <a:r>
              <a:rPr lang="en-US" sz="2400" dirty="0" err="1"/>
              <a:t>mạng</a:t>
            </a:r>
            <a:endParaRPr lang="en-US" sz="2400" dirty="0"/>
          </a:p>
          <a:p>
            <a:pPr lvl="0"/>
            <a:r>
              <a:rPr lang="en-US" sz="2400" dirty="0" err="1"/>
              <a:t>Xác</a:t>
            </a:r>
            <a:r>
              <a:rPr lang="en-US" sz="2400" dirty="0"/>
              <a:t> </a:t>
            </a:r>
            <a:r>
              <a:rPr lang="en-US" sz="2400" dirty="0" err="1"/>
              <a:t>định</a:t>
            </a:r>
            <a:r>
              <a:rPr lang="en-US" sz="2400" dirty="0"/>
              <a:t> </a:t>
            </a:r>
            <a:r>
              <a:rPr lang="en-US" sz="2400" dirty="0" err="1"/>
              <a:t>mục</a:t>
            </a:r>
            <a:r>
              <a:rPr lang="en-US" sz="2400" dirty="0"/>
              <a:t> </a:t>
            </a:r>
            <a:r>
              <a:rPr lang="en-US" sz="2400" dirty="0" err="1"/>
              <a:t>tiêu</a:t>
            </a:r>
            <a:r>
              <a:rPr lang="en-US" sz="2400" dirty="0"/>
              <a:t> </a:t>
            </a:r>
            <a:r>
              <a:rPr lang="en-US" sz="2400" dirty="0" err="1"/>
              <a:t>của</a:t>
            </a:r>
            <a:r>
              <a:rPr lang="en-US" sz="2400" dirty="0"/>
              <a:t> </a:t>
            </a:r>
            <a:r>
              <a:rPr lang="en-US" sz="2400" dirty="0" err="1"/>
              <a:t>tổ</a:t>
            </a:r>
            <a:r>
              <a:rPr lang="en-US" sz="2400" dirty="0"/>
              <a:t> </a:t>
            </a:r>
            <a:r>
              <a:rPr lang="en-US" sz="2400" dirty="0" err="1"/>
              <a:t>chức</a:t>
            </a:r>
            <a:endParaRPr lang="en-US" sz="2400" dirty="0"/>
          </a:p>
          <a:p>
            <a:pPr lvl="0"/>
            <a:r>
              <a:rPr lang="en-US" sz="2400" dirty="0" err="1"/>
              <a:t>Xác</a:t>
            </a:r>
            <a:r>
              <a:rPr lang="en-US" sz="2400" dirty="0"/>
              <a:t> </a:t>
            </a:r>
            <a:r>
              <a:rPr lang="en-US" sz="2400" dirty="0" err="1"/>
              <a:t>định</a:t>
            </a:r>
            <a:r>
              <a:rPr lang="en-US" sz="2400" dirty="0"/>
              <a:t> </a:t>
            </a:r>
            <a:r>
              <a:rPr lang="en-US" sz="2400" dirty="0" err="1"/>
              <a:t>các</a:t>
            </a:r>
            <a:r>
              <a:rPr lang="en-US" sz="2400" dirty="0"/>
              <a:t> </a:t>
            </a:r>
            <a:r>
              <a:rPr lang="en-US" sz="2400" dirty="0" err="1"/>
              <a:t>khó</a:t>
            </a:r>
            <a:r>
              <a:rPr lang="en-US" sz="2400" dirty="0"/>
              <a:t> </a:t>
            </a:r>
            <a:r>
              <a:rPr lang="en-US" sz="2400" dirty="0" err="1"/>
              <a:t>khăn</a:t>
            </a:r>
            <a:r>
              <a:rPr lang="en-US" sz="2400" dirty="0"/>
              <a:t> </a:t>
            </a:r>
            <a:r>
              <a:rPr lang="en-US" sz="2400" dirty="0" err="1"/>
              <a:t>có</a:t>
            </a:r>
            <a:r>
              <a:rPr lang="en-US" sz="2400" dirty="0"/>
              <a:t> </a:t>
            </a:r>
            <a:r>
              <a:rPr lang="en-US" sz="2400" dirty="0" err="1"/>
              <a:t>thể</a:t>
            </a:r>
            <a:r>
              <a:rPr lang="en-US" sz="2400" dirty="0"/>
              <a:t> </a:t>
            </a:r>
            <a:r>
              <a:rPr lang="en-US" sz="2400" dirty="0" err="1"/>
              <a:t>của</a:t>
            </a:r>
            <a:r>
              <a:rPr lang="en-US" sz="2400" dirty="0"/>
              <a:t> </a:t>
            </a:r>
            <a:r>
              <a:rPr lang="en-US" sz="2400" dirty="0" err="1"/>
              <a:t>tổ</a:t>
            </a:r>
            <a:r>
              <a:rPr lang="en-US" sz="2400" dirty="0"/>
              <a:t> </a:t>
            </a:r>
            <a:r>
              <a:rPr lang="en-US" sz="2400" dirty="0" err="1"/>
              <a:t>chức</a:t>
            </a:r>
            <a:endParaRPr lang="en-US" sz="2400" dirty="0"/>
          </a:p>
          <a:p>
            <a:pPr lvl="0"/>
            <a:r>
              <a:rPr lang="en-US" sz="2400" dirty="0" err="1"/>
              <a:t>Xác</a:t>
            </a:r>
            <a:r>
              <a:rPr lang="en-US" sz="2400" dirty="0"/>
              <a:t> </a:t>
            </a:r>
            <a:r>
              <a:rPr lang="en-US" sz="2400" dirty="0" err="1"/>
              <a:t>định</a:t>
            </a:r>
            <a:r>
              <a:rPr lang="en-US" sz="2400" dirty="0"/>
              <a:t> </a:t>
            </a:r>
            <a:r>
              <a:rPr lang="en-US" sz="2400" dirty="0" err="1"/>
              <a:t>các</a:t>
            </a:r>
            <a:r>
              <a:rPr lang="en-US" sz="2400" dirty="0"/>
              <a:t> </a:t>
            </a:r>
            <a:r>
              <a:rPr lang="en-US" sz="2400" dirty="0" err="1"/>
              <a:t>mục</a:t>
            </a:r>
            <a:r>
              <a:rPr lang="en-US" sz="2400" dirty="0"/>
              <a:t> </a:t>
            </a:r>
            <a:r>
              <a:rPr lang="en-US" sz="2400" dirty="0" err="1"/>
              <a:t>tiêu</a:t>
            </a:r>
            <a:r>
              <a:rPr lang="en-US" sz="2400" dirty="0"/>
              <a:t> </a:t>
            </a:r>
            <a:r>
              <a:rPr lang="en-US" sz="2400" dirty="0" err="1"/>
              <a:t>kỹ</a:t>
            </a:r>
            <a:r>
              <a:rPr lang="en-US" sz="2400" dirty="0"/>
              <a:t> </a:t>
            </a:r>
            <a:r>
              <a:rPr lang="en-US" sz="2400" dirty="0" err="1"/>
              <a:t>thuật</a:t>
            </a:r>
            <a:endParaRPr lang="en-US" sz="2400" dirty="0"/>
          </a:p>
          <a:p>
            <a:r>
              <a:rPr lang="en-US" sz="2400" dirty="0" err="1"/>
              <a:t>Xác</a:t>
            </a:r>
            <a:r>
              <a:rPr lang="en-US" sz="2400" dirty="0"/>
              <a:t> </a:t>
            </a:r>
            <a:r>
              <a:rPr lang="en-US" sz="2400" dirty="0" err="1"/>
              <a:t>định</a:t>
            </a:r>
            <a:r>
              <a:rPr lang="en-US" sz="2400" dirty="0"/>
              <a:t> </a:t>
            </a:r>
            <a:r>
              <a:rPr lang="en-US" sz="2400" dirty="0" err="1"/>
              <a:t>các</a:t>
            </a:r>
            <a:r>
              <a:rPr lang="en-US" sz="2400" dirty="0"/>
              <a:t> </a:t>
            </a:r>
            <a:r>
              <a:rPr lang="en-US" sz="2400" dirty="0" err="1"/>
              <a:t>hạn</a:t>
            </a:r>
            <a:r>
              <a:rPr lang="en-US" sz="2400" dirty="0"/>
              <a:t> </a:t>
            </a:r>
            <a:r>
              <a:rPr lang="en-US" sz="2400" dirty="0" err="1" smtClean="0"/>
              <a:t>chế</a:t>
            </a:r>
            <a:r>
              <a:rPr lang="en-US" sz="2400" dirty="0" smtClean="0"/>
              <a:t>/</a:t>
            </a:r>
            <a:r>
              <a:rPr lang="en-US" sz="2400" dirty="0" err="1" smtClean="0"/>
              <a:t>ràng</a:t>
            </a:r>
            <a:r>
              <a:rPr lang="en-US" sz="2400" dirty="0" smtClean="0"/>
              <a:t> </a:t>
            </a:r>
            <a:r>
              <a:rPr lang="en-US" sz="2400" dirty="0" err="1" smtClean="0"/>
              <a:t>buộc</a:t>
            </a:r>
            <a:r>
              <a:rPr lang="en-US" sz="2400" dirty="0" smtClean="0"/>
              <a:t> </a:t>
            </a:r>
            <a:r>
              <a:rPr lang="en-US" sz="2400" dirty="0" err="1"/>
              <a:t>về</a:t>
            </a:r>
            <a:r>
              <a:rPr lang="en-US" sz="2400" dirty="0"/>
              <a:t> </a:t>
            </a:r>
            <a:r>
              <a:rPr lang="en-US" sz="2400" dirty="0" err="1"/>
              <a:t>mặt</a:t>
            </a:r>
            <a:r>
              <a:rPr lang="en-US" sz="2400" dirty="0"/>
              <a:t> </a:t>
            </a:r>
            <a:r>
              <a:rPr lang="en-US" sz="2400" dirty="0" err="1"/>
              <a:t>kỹ</a:t>
            </a:r>
            <a:r>
              <a:rPr lang="en-US" sz="2400" dirty="0"/>
              <a:t> </a:t>
            </a:r>
            <a:r>
              <a:rPr lang="en-US" sz="2400" dirty="0" err="1"/>
              <a:t>thuật</a:t>
            </a:r>
            <a:endParaRPr lang="en-US" sz="2400" dirty="0"/>
          </a:p>
        </p:txBody>
      </p:sp>
      <p:sp>
        <p:nvSpPr>
          <p:cNvPr id="4" name="Title 1"/>
          <p:cNvSpPr>
            <a:spLocks noGrp="1"/>
          </p:cNvSpPr>
          <p:nvPr>
            <p:ph type="title"/>
          </p:nvPr>
        </p:nvSpPr>
        <p:spPr>
          <a:xfrm>
            <a:off x="457200" y="152400"/>
            <a:ext cx="8229600" cy="792162"/>
          </a:xfrm>
        </p:spPr>
        <p:txBody>
          <a:bodyPr/>
          <a:lstStyle/>
          <a:p>
            <a:pPr algn="ctr"/>
            <a:r>
              <a:rPr lang="en-US" smtClean="0">
                <a:solidFill>
                  <a:schemeClr val="bg1"/>
                </a:solidFill>
              </a:rPr>
              <a:t>Bước 1. Xác định yêu cầu thiết kế</a:t>
            </a:r>
            <a:endParaRPr lang="en-US">
              <a:solidFill>
                <a:schemeClr val="bg1"/>
              </a:solidFill>
            </a:endParaRPr>
          </a:p>
        </p:txBody>
      </p:sp>
    </p:spTree>
    <p:extLst>
      <p:ext uri="{BB962C8B-B14F-4D97-AF65-F5344CB8AC3E}">
        <p14:creationId xmlns:p14="http://schemas.microsoft.com/office/powerpoint/2010/main" val="119994178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066800"/>
            <a:ext cx="8077200" cy="4267200"/>
          </a:xfrm>
        </p:spPr>
        <p:txBody>
          <a:bodyPr/>
          <a:lstStyle/>
          <a:p>
            <a:pPr>
              <a:spcAft>
                <a:spcPts val="1200"/>
              </a:spcAft>
            </a:pPr>
            <a:r>
              <a:rPr lang="en-US" sz="2400" dirty="0" err="1"/>
              <a:t>Sau</a:t>
            </a:r>
            <a:r>
              <a:rPr lang="en-US" sz="2400" dirty="0"/>
              <a:t> </a:t>
            </a:r>
            <a:r>
              <a:rPr lang="en-US" sz="2400" dirty="0" err="1"/>
              <a:t>khi</a:t>
            </a:r>
            <a:r>
              <a:rPr lang="en-US" sz="2400" dirty="0"/>
              <a:t> </a:t>
            </a:r>
            <a:r>
              <a:rPr lang="en-US" sz="2400" dirty="0" err="1"/>
              <a:t>hoàn</a:t>
            </a:r>
            <a:r>
              <a:rPr lang="en-US" sz="2400" dirty="0"/>
              <a:t> </a:t>
            </a:r>
            <a:r>
              <a:rPr lang="en-US" sz="2400" dirty="0" err="1"/>
              <a:t>thành</a:t>
            </a:r>
            <a:r>
              <a:rPr lang="en-US" sz="2400" dirty="0"/>
              <a:t> </a:t>
            </a:r>
            <a:r>
              <a:rPr lang="en-US" sz="2400" dirty="0" err="1"/>
              <a:t>các</a:t>
            </a:r>
            <a:r>
              <a:rPr lang="en-US" sz="2400" dirty="0"/>
              <a:t> </a:t>
            </a:r>
            <a:r>
              <a:rPr lang="en-US" sz="2400" dirty="0" err="1"/>
              <a:t>bước</a:t>
            </a:r>
            <a:r>
              <a:rPr lang="en-US" sz="2400" dirty="0"/>
              <a:t> </a:t>
            </a:r>
            <a:r>
              <a:rPr lang="en-US" sz="2400" dirty="0" err="1"/>
              <a:t>trên</a:t>
            </a:r>
            <a:r>
              <a:rPr lang="en-US" sz="2400" dirty="0"/>
              <a:t>, </a:t>
            </a:r>
            <a:r>
              <a:rPr lang="en-US" sz="2400" dirty="0" err="1"/>
              <a:t>người</a:t>
            </a:r>
            <a:r>
              <a:rPr lang="en-US" sz="2400" dirty="0"/>
              <a:t> </a:t>
            </a:r>
            <a:r>
              <a:rPr lang="en-US" sz="2400" dirty="0" err="1"/>
              <a:t>thiết</a:t>
            </a:r>
            <a:r>
              <a:rPr lang="en-US" sz="2400" dirty="0"/>
              <a:t> </a:t>
            </a:r>
            <a:r>
              <a:rPr lang="en-US" sz="2400" dirty="0" err="1"/>
              <a:t>kế</a:t>
            </a:r>
            <a:r>
              <a:rPr lang="en-US" sz="2400" dirty="0"/>
              <a:t> </a:t>
            </a:r>
            <a:r>
              <a:rPr lang="en-US" sz="2400" dirty="0" err="1"/>
              <a:t>cần</a:t>
            </a:r>
            <a:r>
              <a:rPr lang="en-US" sz="2400" dirty="0"/>
              <a:t> </a:t>
            </a:r>
            <a:r>
              <a:rPr lang="en-US" sz="2400" dirty="0" err="1">
                <a:solidFill>
                  <a:srgbClr val="FF0000"/>
                </a:solidFill>
              </a:rPr>
              <a:t>phân</a:t>
            </a:r>
            <a:r>
              <a:rPr lang="en-US" sz="2400" dirty="0">
                <a:solidFill>
                  <a:srgbClr val="FF0000"/>
                </a:solidFill>
              </a:rPr>
              <a:t> </a:t>
            </a:r>
            <a:r>
              <a:rPr lang="en-US" sz="2400" dirty="0" err="1">
                <a:solidFill>
                  <a:srgbClr val="FF0000"/>
                </a:solidFill>
              </a:rPr>
              <a:t>tích</a:t>
            </a:r>
            <a:r>
              <a:rPr lang="en-US" sz="2400" dirty="0">
                <a:solidFill>
                  <a:srgbClr val="FF0000"/>
                </a:solidFill>
              </a:rPr>
              <a:t> </a:t>
            </a:r>
            <a:r>
              <a:rPr lang="en-US" sz="2400" dirty="0" err="1">
                <a:solidFill>
                  <a:srgbClr val="FF0000"/>
                </a:solidFill>
              </a:rPr>
              <a:t>dữ</a:t>
            </a:r>
            <a:r>
              <a:rPr lang="en-US" sz="2400" dirty="0">
                <a:solidFill>
                  <a:srgbClr val="FF0000"/>
                </a:solidFill>
              </a:rPr>
              <a:t> </a:t>
            </a:r>
            <a:r>
              <a:rPr lang="en-US" sz="2400" dirty="0" err="1">
                <a:solidFill>
                  <a:srgbClr val="FF0000"/>
                </a:solidFill>
              </a:rPr>
              <a:t>liệu</a:t>
            </a:r>
            <a:r>
              <a:rPr lang="en-US" sz="2400" dirty="0"/>
              <a:t> </a:t>
            </a:r>
            <a:r>
              <a:rPr lang="en-US" sz="2400" dirty="0" err="1"/>
              <a:t>và</a:t>
            </a:r>
            <a:r>
              <a:rPr lang="en-US" sz="2400" dirty="0"/>
              <a:t> </a:t>
            </a:r>
            <a:r>
              <a:rPr lang="en-US" sz="2400" dirty="0" err="1" smtClean="0">
                <a:solidFill>
                  <a:srgbClr val="FF0000"/>
                </a:solidFill>
              </a:rPr>
              <a:t>xây</a:t>
            </a:r>
            <a:r>
              <a:rPr lang="en-US" sz="2400" dirty="0" smtClean="0">
                <a:solidFill>
                  <a:srgbClr val="FF0000"/>
                </a:solidFill>
              </a:rPr>
              <a:t> </a:t>
            </a:r>
            <a:r>
              <a:rPr lang="en-US" sz="2400" dirty="0" err="1" smtClean="0">
                <a:solidFill>
                  <a:srgbClr val="FF0000"/>
                </a:solidFill>
              </a:rPr>
              <a:t>dựng</a:t>
            </a:r>
            <a:r>
              <a:rPr lang="en-US" sz="2400" dirty="0" smtClean="0">
                <a:solidFill>
                  <a:srgbClr val="FF0000"/>
                </a:solidFill>
              </a:rPr>
              <a:t> </a:t>
            </a:r>
            <a:r>
              <a:rPr lang="en-US" sz="2400" dirty="0" err="1">
                <a:solidFill>
                  <a:srgbClr val="FF0000"/>
                </a:solidFill>
              </a:rPr>
              <a:t>giải</a:t>
            </a:r>
            <a:r>
              <a:rPr lang="en-US" sz="2400" dirty="0">
                <a:solidFill>
                  <a:srgbClr val="FF0000"/>
                </a:solidFill>
              </a:rPr>
              <a:t> </a:t>
            </a:r>
            <a:r>
              <a:rPr lang="en-US" sz="2400" dirty="0" err="1">
                <a:solidFill>
                  <a:srgbClr val="FF0000"/>
                </a:solidFill>
              </a:rPr>
              <a:t>pháp</a:t>
            </a:r>
            <a:r>
              <a:rPr lang="en-US" sz="2400" dirty="0"/>
              <a:t> </a:t>
            </a:r>
            <a:r>
              <a:rPr lang="en-US" sz="2400" dirty="0" err="1"/>
              <a:t>thiết</a:t>
            </a:r>
            <a:r>
              <a:rPr lang="en-US" sz="2400" dirty="0"/>
              <a:t> </a:t>
            </a:r>
            <a:r>
              <a:rPr lang="en-US" sz="2400" dirty="0" err="1"/>
              <a:t>kế</a:t>
            </a:r>
            <a:r>
              <a:rPr lang="en-US" sz="2400" dirty="0"/>
              <a:t>.</a:t>
            </a:r>
          </a:p>
          <a:p>
            <a:pPr>
              <a:spcAft>
                <a:spcPts val="1200"/>
              </a:spcAft>
            </a:pPr>
            <a:r>
              <a:rPr lang="en-US" sz="2400" dirty="0" err="1"/>
              <a:t>Người</a:t>
            </a:r>
            <a:r>
              <a:rPr lang="en-US" sz="2400" dirty="0"/>
              <a:t> </a:t>
            </a:r>
            <a:r>
              <a:rPr lang="en-US" sz="2400" dirty="0" err="1"/>
              <a:t>thiết</a:t>
            </a:r>
            <a:r>
              <a:rPr lang="en-US" sz="2400" dirty="0"/>
              <a:t> </a:t>
            </a:r>
            <a:r>
              <a:rPr lang="en-US" sz="2400" dirty="0" err="1"/>
              <a:t>kế</a:t>
            </a:r>
            <a:r>
              <a:rPr lang="en-US" sz="2400" dirty="0"/>
              <a:t> </a:t>
            </a:r>
            <a:r>
              <a:rPr lang="en-US" sz="2400" dirty="0" err="1"/>
              <a:t>cần</a:t>
            </a:r>
            <a:r>
              <a:rPr lang="en-US" sz="2400" dirty="0"/>
              <a:t> </a:t>
            </a:r>
            <a:r>
              <a:rPr lang="en-US" sz="2400" dirty="0" err="1"/>
              <a:t>phải</a:t>
            </a:r>
            <a:r>
              <a:rPr lang="en-US" sz="2400" dirty="0"/>
              <a:t> </a:t>
            </a:r>
            <a:r>
              <a:rPr lang="en-US" sz="2400" dirty="0" err="1">
                <a:solidFill>
                  <a:srgbClr val="FF0000"/>
                </a:solidFill>
              </a:rPr>
              <a:t>xác</a:t>
            </a:r>
            <a:r>
              <a:rPr lang="en-US" sz="2400" dirty="0">
                <a:solidFill>
                  <a:srgbClr val="FF0000"/>
                </a:solidFill>
              </a:rPr>
              <a:t> </a:t>
            </a:r>
            <a:r>
              <a:rPr lang="en-US" sz="2400" dirty="0" err="1">
                <a:solidFill>
                  <a:srgbClr val="FF0000"/>
                </a:solidFill>
              </a:rPr>
              <a:t>định</a:t>
            </a:r>
            <a:r>
              <a:rPr lang="en-US" sz="2400" dirty="0">
                <a:solidFill>
                  <a:srgbClr val="FF0000"/>
                </a:solidFill>
              </a:rPr>
              <a:t> </a:t>
            </a:r>
            <a:r>
              <a:rPr lang="en-US" sz="2400" dirty="0" err="1">
                <a:solidFill>
                  <a:srgbClr val="FF0000"/>
                </a:solidFill>
              </a:rPr>
              <a:t>các</a:t>
            </a:r>
            <a:r>
              <a:rPr lang="en-US" sz="2400" dirty="0">
                <a:solidFill>
                  <a:srgbClr val="FF0000"/>
                </a:solidFill>
              </a:rPr>
              <a:t> </a:t>
            </a:r>
            <a:r>
              <a:rPr lang="en-US" sz="2400" dirty="0" err="1">
                <a:solidFill>
                  <a:srgbClr val="FF0000"/>
                </a:solidFill>
              </a:rPr>
              <a:t>ứng</a:t>
            </a:r>
            <a:r>
              <a:rPr lang="en-US" sz="2400" dirty="0">
                <a:solidFill>
                  <a:srgbClr val="FF0000"/>
                </a:solidFill>
              </a:rPr>
              <a:t> </a:t>
            </a:r>
            <a:r>
              <a:rPr lang="en-US" sz="2400" dirty="0" err="1">
                <a:solidFill>
                  <a:srgbClr val="FF0000"/>
                </a:solidFill>
              </a:rPr>
              <a:t>dụng</a:t>
            </a:r>
            <a:r>
              <a:rPr lang="en-US" sz="2400" dirty="0">
                <a:solidFill>
                  <a:srgbClr val="FF0000"/>
                </a:solidFill>
              </a:rPr>
              <a:t> </a:t>
            </a:r>
            <a:r>
              <a:rPr lang="en-US" sz="2400" dirty="0" err="1">
                <a:solidFill>
                  <a:srgbClr val="FF0000"/>
                </a:solidFill>
              </a:rPr>
              <a:t>hiện</a:t>
            </a:r>
            <a:r>
              <a:rPr lang="en-US" sz="2400" dirty="0">
                <a:solidFill>
                  <a:srgbClr val="FF0000"/>
                </a:solidFill>
              </a:rPr>
              <a:t> </a:t>
            </a:r>
            <a:r>
              <a:rPr lang="en-US" sz="2400" dirty="0" err="1">
                <a:solidFill>
                  <a:srgbClr val="FF0000"/>
                </a:solidFill>
              </a:rPr>
              <a:t>tại</a:t>
            </a:r>
            <a:r>
              <a:rPr lang="en-US" sz="2400" dirty="0"/>
              <a:t> </a:t>
            </a:r>
            <a:r>
              <a:rPr lang="en-US" sz="2400" dirty="0" err="1"/>
              <a:t>và</a:t>
            </a:r>
            <a:r>
              <a:rPr lang="en-US" sz="2400" dirty="0"/>
              <a:t> </a:t>
            </a:r>
            <a:r>
              <a:rPr lang="en-US" sz="2400" dirty="0" err="1">
                <a:solidFill>
                  <a:srgbClr val="FF0000"/>
                </a:solidFill>
              </a:rPr>
              <a:t>ứng</a:t>
            </a:r>
            <a:r>
              <a:rPr lang="en-US" sz="2400" dirty="0">
                <a:solidFill>
                  <a:srgbClr val="FF0000"/>
                </a:solidFill>
              </a:rPr>
              <a:t> </a:t>
            </a:r>
            <a:r>
              <a:rPr lang="en-US" sz="2400" dirty="0" err="1">
                <a:solidFill>
                  <a:srgbClr val="FF0000"/>
                </a:solidFill>
              </a:rPr>
              <a:t>dụng</a:t>
            </a:r>
            <a:r>
              <a:rPr lang="en-US" sz="2400" dirty="0">
                <a:solidFill>
                  <a:srgbClr val="FF0000"/>
                </a:solidFill>
              </a:rPr>
              <a:t> </a:t>
            </a:r>
            <a:r>
              <a:rPr lang="en-US" sz="2400" dirty="0" err="1">
                <a:solidFill>
                  <a:srgbClr val="FF0000"/>
                </a:solidFill>
              </a:rPr>
              <a:t>phát</a:t>
            </a:r>
            <a:r>
              <a:rPr lang="en-US" sz="2400" dirty="0">
                <a:solidFill>
                  <a:srgbClr val="FF0000"/>
                </a:solidFill>
              </a:rPr>
              <a:t> </a:t>
            </a:r>
            <a:r>
              <a:rPr lang="en-US" sz="2400" dirty="0" err="1">
                <a:solidFill>
                  <a:srgbClr val="FF0000"/>
                </a:solidFill>
              </a:rPr>
              <a:t>triển</a:t>
            </a:r>
            <a:r>
              <a:rPr lang="en-US" sz="2400" dirty="0"/>
              <a:t> </a:t>
            </a:r>
            <a:r>
              <a:rPr lang="en-US" sz="2400" dirty="0" err="1"/>
              <a:t>của</a:t>
            </a:r>
            <a:r>
              <a:rPr lang="en-US" sz="2400" dirty="0"/>
              <a:t> </a:t>
            </a:r>
            <a:r>
              <a:rPr lang="en-US" sz="2400" dirty="0" err="1"/>
              <a:t>hệ</a:t>
            </a:r>
            <a:r>
              <a:rPr lang="en-US" sz="2400" dirty="0"/>
              <a:t> </a:t>
            </a:r>
            <a:r>
              <a:rPr lang="en-US" sz="2400" dirty="0" err="1"/>
              <a:t>thống</a:t>
            </a:r>
            <a:r>
              <a:rPr lang="en-US" sz="2400" dirty="0"/>
              <a:t> </a:t>
            </a:r>
            <a:r>
              <a:rPr lang="en-US" sz="2400" dirty="0" err="1"/>
              <a:t>mạng</a:t>
            </a:r>
            <a:r>
              <a:rPr lang="en-US" sz="2400" dirty="0"/>
              <a:t> </a:t>
            </a:r>
            <a:r>
              <a:rPr lang="en-US" sz="2400" dirty="0" err="1"/>
              <a:t>khách</a:t>
            </a:r>
            <a:r>
              <a:rPr lang="en-US" sz="2400" dirty="0"/>
              <a:t> </a:t>
            </a:r>
            <a:r>
              <a:rPr lang="en-US" sz="2400" dirty="0" err="1"/>
              <a:t>hàng</a:t>
            </a:r>
            <a:r>
              <a:rPr lang="en-US" sz="2400" dirty="0"/>
              <a:t>, </a:t>
            </a:r>
            <a:r>
              <a:rPr lang="en-US" sz="2400" dirty="0" err="1"/>
              <a:t>mức</a:t>
            </a:r>
            <a:r>
              <a:rPr lang="en-US" sz="2400" dirty="0"/>
              <a:t> </a:t>
            </a:r>
            <a:r>
              <a:rPr lang="en-US" sz="2400" dirty="0" err="1"/>
              <a:t>độ</a:t>
            </a:r>
            <a:r>
              <a:rPr lang="en-US" sz="2400" dirty="0"/>
              <a:t> </a:t>
            </a:r>
            <a:r>
              <a:rPr lang="en-US" sz="2400" dirty="0" err="1"/>
              <a:t>quan</a:t>
            </a:r>
            <a:r>
              <a:rPr lang="en-US" sz="2400" dirty="0"/>
              <a:t> </a:t>
            </a:r>
            <a:r>
              <a:rPr lang="en-US" sz="2400" dirty="0" err="1"/>
              <a:t>trọng</a:t>
            </a:r>
            <a:r>
              <a:rPr lang="en-US" sz="2400" dirty="0"/>
              <a:t> </a:t>
            </a:r>
            <a:r>
              <a:rPr lang="en-US" sz="2400" dirty="0" err="1"/>
              <a:t>của</a:t>
            </a:r>
            <a:r>
              <a:rPr lang="en-US" sz="2400" dirty="0"/>
              <a:t> </a:t>
            </a:r>
            <a:r>
              <a:rPr lang="en-US" sz="2400" dirty="0" err="1"/>
              <a:t>từng</a:t>
            </a:r>
            <a:r>
              <a:rPr lang="en-US" sz="2400" dirty="0"/>
              <a:t> </a:t>
            </a:r>
            <a:r>
              <a:rPr lang="en-US" sz="2400" dirty="0" err="1"/>
              <a:t>ứng</a:t>
            </a:r>
            <a:r>
              <a:rPr lang="en-US" sz="2400" dirty="0"/>
              <a:t> </a:t>
            </a:r>
            <a:r>
              <a:rPr lang="en-US" sz="2400" dirty="0" err="1"/>
              <a:t>dụng</a:t>
            </a:r>
            <a:r>
              <a:rPr lang="en-US" sz="2400" dirty="0" smtClean="0"/>
              <a:t>.</a:t>
            </a:r>
          </a:p>
          <a:p>
            <a:pPr>
              <a:spcAft>
                <a:spcPts val="1200"/>
              </a:spcAft>
            </a:pPr>
            <a:r>
              <a:rPr lang="en-US" sz="2400" dirty="0" err="1"/>
              <a:t>Các</a:t>
            </a:r>
            <a:r>
              <a:rPr lang="en-US" sz="2400" dirty="0"/>
              <a:t> </a:t>
            </a:r>
            <a:r>
              <a:rPr lang="en-US" sz="2400" dirty="0" err="1"/>
              <a:t>dịch</a:t>
            </a:r>
            <a:r>
              <a:rPr lang="en-US" sz="2400" dirty="0"/>
              <a:t> </a:t>
            </a:r>
            <a:r>
              <a:rPr lang="en-US" sz="2400" dirty="0" err="1"/>
              <a:t>vụ</a:t>
            </a:r>
            <a:r>
              <a:rPr lang="en-US" sz="2400" dirty="0"/>
              <a:t> </a:t>
            </a:r>
            <a:r>
              <a:rPr lang="en-US" sz="2400" dirty="0" err="1"/>
              <a:t>hạ</a:t>
            </a:r>
            <a:r>
              <a:rPr lang="en-US" sz="2400" dirty="0"/>
              <a:t> </a:t>
            </a:r>
            <a:r>
              <a:rPr lang="en-US" sz="2400" dirty="0" err="1"/>
              <a:t>tầng</a:t>
            </a:r>
            <a:r>
              <a:rPr lang="en-US" sz="2400" dirty="0"/>
              <a:t> </a:t>
            </a:r>
            <a:r>
              <a:rPr lang="en-US" sz="2400" dirty="0" err="1"/>
              <a:t>theo</a:t>
            </a:r>
            <a:r>
              <a:rPr lang="en-US" sz="2400" dirty="0"/>
              <a:t> </a:t>
            </a:r>
            <a:r>
              <a:rPr lang="en-US" sz="2400" dirty="0" err="1"/>
              <a:t>kế</a:t>
            </a:r>
            <a:r>
              <a:rPr lang="en-US" sz="2400" dirty="0"/>
              <a:t> </a:t>
            </a:r>
            <a:r>
              <a:rPr lang="en-US" sz="2400" dirty="0" err="1"/>
              <a:t>hoạch</a:t>
            </a:r>
            <a:r>
              <a:rPr lang="en-US" sz="2400" dirty="0"/>
              <a:t> </a:t>
            </a:r>
            <a:r>
              <a:rPr lang="en-US" sz="2400" dirty="0" err="1"/>
              <a:t>cũng</a:t>
            </a:r>
            <a:r>
              <a:rPr lang="en-US" sz="2400" dirty="0"/>
              <a:t> </a:t>
            </a:r>
            <a:r>
              <a:rPr lang="en-US" sz="2400" dirty="0" err="1"/>
              <a:t>nên</a:t>
            </a:r>
            <a:r>
              <a:rPr lang="en-US" sz="2400" dirty="0"/>
              <a:t> </a:t>
            </a:r>
            <a:r>
              <a:rPr lang="en-US" sz="2400" dirty="0" err="1"/>
              <a:t>được</a:t>
            </a:r>
            <a:r>
              <a:rPr lang="en-US" sz="2400" dirty="0"/>
              <a:t> </a:t>
            </a:r>
            <a:r>
              <a:rPr lang="en-US" sz="2400" dirty="0" err="1"/>
              <a:t>thu</a:t>
            </a:r>
            <a:r>
              <a:rPr lang="en-US" sz="2400" dirty="0"/>
              <a:t> </a:t>
            </a:r>
            <a:r>
              <a:rPr lang="en-US" sz="2400" dirty="0" err="1"/>
              <a:t>thập</a:t>
            </a:r>
            <a:r>
              <a:rPr lang="en-US" sz="2400" dirty="0"/>
              <a:t>. </a:t>
            </a:r>
            <a:r>
              <a:rPr lang="en-US" sz="2400" dirty="0" err="1"/>
              <a:t>Các</a:t>
            </a:r>
            <a:r>
              <a:rPr lang="en-US" sz="2400" dirty="0"/>
              <a:t> </a:t>
            </a:r>
            <a:r>
              <a:rPr lang="en-US" sz="2400" dirty="0" err="1"/>
              <a:t>dịch</a:t>
            </a:r>
            <a:r>
              <a:rPr lang="en-US" sz="2400" dirty="0"/>
              <a:t> </a:t>
            </a:r>
            <a:r>
              <a:rPr lang="en-US" sz="2400" dirty="0" err="1"/>
              <a:t>vụ</a:t>
            </a:r>
            <a:r>
              <a:rPr lang="en-US" sz="2400" dirty="0"/>
              <a:t> </a:t>
            </a:r>
            <a:r>
              <a:rPr lang="en-US" sz="2400" dirty="0" err="1"/>
              <a:t>mạng</a:t>
            </a:r>
            <a:r>
              <a:rPr lang="en-US" sz="2400" dirty="0"/>
              <a:t> </a:t>
            </a:r>
            <a:r>
              <a:rPr lang="en-US" sz="2400" dirty="0" err="1"/>
              <a:t>như</a:t>
            </a:r>
            <a:r>
              <a:rPr lang="en-US" sz="2400" dirty="0"/>
              <a:t> </a:t>
            </a:r>
            <a:r>
              <a:rPr lang="en-US" sz="2400" dirty="0" err="1"/>
              <a:t>bảo</a:t>
            </a:r>
            <a:r>
              <a:rPr lang="en-US" sz="2400" dirty="0"/>
              <a:t> </a:t>
            </a:r>
            <a:r>
              <a:rPr lang="en-US" sz="2400" dirty="0" err="1"/>
              <a:t>mật</a:t>
            </a:r>
            <a:r>
              <a:rPr lang="en-US" sz="2400" dirty="0"/>
              <a:t>, </a:t>
            </a:r>
            <a:r>
              <a:rPr lang="en-US" sz="2400" dirty="0" err="1"/>
              <a:t>QoS</a:t>
            </a:r>
            <a:r>
              <a:rPr lang="en-US" sz="2400" dirty="0"/>
              <a:t>, </a:t>
            </a:r>
            <a:r>
              <a:rPr lang="en-US" sz="2400" dirty="0" err="1"/>
              <a:t>quản</a:t>
            </a:r>
            <a:r>
              <a:rPr lang="en-US" sz="2400" dirty="0"/>
              <a:t> </a:t>
            </a:r>
            <a:r>
              <a:rPr lang="en-US" sz="2400" dirty="0" err="1"/>
              <a:t>trị</a:t>
            </a:r>
            <a:r>
              <a:rPr lang="en-US" sz="2400" dirty="0"/>
              <a:t> </a:t>
            </a:r>
            <a:r>
              <a:rPr lang="en-US" sz="2400" dirty="0" err="1"/>
              <a:t>mạng</a:t>
            </a:r>
            <a:r>
              <a:rPr lang="en-US" sz="2400" dirty="0"/>
              <a:t>, </a:t>
            </a:r>
            <a:r>
              <a:rPr lang="en-US" sz="2400" dirty="0" err="1"/>
              <a:t>tính</a:t>
            </a:r>
            <a:r>
              <a:rPr lang="en-US" sz="2400" dirty="0"/>
              <a:t> </a:t>
            </a:r>
            <a:r>
              <a:rPr lang="en-US" sz="2400" dirty="0" err="1"/>
              <a:t>sẵn</a:t>
            </a:r>
            <a:r>
              <a:rPr lang="en-US" sz="2400" dirty="0"/>
              <a:t> </a:t>
            </a:r>
            <a:r>
              <a:rPr lang="en-US" sz="2400" dirty="0" err="1"/>
              <a:t>sàng</a:t>
            </a:r>
            <a:r>
              <a:rPr lang="en-US" sz="2400" dirty="0"/>
              <a:t> </a:t>
            </a:r>
            <a:r>
              <a:rPr lang="en-US" sz="2400" dirty="0" err="1"/>
              <a:t>cao</a:t>
            </a:r>
            <a:r>
              <a:rPr lang="en-US" sz="2400" dirty="0"/>
              <a:t>, </a:t>
            </a:r>
            <a:r>
              <a:rPr lang="en-US" sz="2400" dirty="0" err="1"/>
              <a:t>tính</a:t>
            </a:r>
            <a:r>
              <a:rPr lang="en-US" sz="2400" dirty="0"/>
              <a:t> di </a:t>
            </a:r>
            <a:r>
              <a:rPr lang="en-US" sz="2400" dirty="0" err="1"/>
              <a:t>động</a:t>
            </a:r>
            <a:r>
              <a:rPr lang="en-US" sz="2400" dirty="0"/>
              <a:t>, </a:t>
            </a:r>
            <a:r>
              <a:rPr lang="en-US" sz="2400" dirty="0" err="1"/>
              <a:t>ảo</a:t>
            </a:r>
            <a:r>
              <a:rPr lang="en-US" sz="2400" dirty="0"/>
              <a:t> </a:t>
            </a:r>
            <a:r>
              <a:rPr lang="en-US" sz="2400" dirty="0" err="1"/>
              <a:t>hóa</a:t>
            </a:r>
            <a:r>
              <a:rPr lang="en-US" sz="2400" dirty="0"/>
              <a:t>.</a:t>
            </a:r>
          </a:p>
        </p:txBody>
      </p:sp>
      <p:sp>
        <p:nvSpPr>
          <p:cNvPr id="4" name="Title 1"/>
          <p:cNvSpPr>
            <a:spLocks noGrp="1"/>
          </p:cNvSpPr>
          <p:nvPr>
            <p:ph type="title"/>
          </p:nvPr>
        </p:nvSpPr>
        <p:spPr>
          <a:xfrm>
            <a:off x="457200" y="152400"/>
            <a:ext cx="8229600" cy="792162"/>
          </a:xfrm>
        </p:spPr>
        <p:txBody>
          <a:bodyPr/>
          <a:lstStyle/>
          <a:p>
            <a:pPr algn="ctr"/>
            <a:r>
              <a:rPr lang="en-US" smtClean="0">
                <a:solidFill>
                  <a:schemeClr val="bg1"/>
                </a:solidFill>
              </a:rPr>
              <a:t>Bước 1. Xác định yêu cầu thiết kế</a:t>
            </a:r>
            <a:endParaRPr lang="en-US">
              <a:solidFill>
                <a:schemeClr val="bg1"/>
              </a:solidFill>
            </a:endParaRPr>
          </a:p>
        </p:txBody>
      </p:sp>
    </p:spTree>
    <p:extLst>
      <p:ext uri="{BB962C8B-B14F-4D97-AF65-F5344CB8AC3E}">
        <p14:creationId xmlns:p14="http://schemas.microsoft.com/office/powerpoint/2010/main" val="183497307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295400"/>
            <a:ext cx="8077200" cy="4267200"/>
          </a:xfrm>
        </p:spPr>
        <p:txBody>
          <a:bodyPr/>
          <a:lstStyle/>
          <a:p>
            <a:r>
              <a:rPr lang="en-US" sz="2400" dirty="0" err="1"/>
              <a:t>Đối</a:t>
            </a:r>
            <a:r>
              <a:rPr lang="en-US" sz="2400" dirty="0"/>
              <a:t> </a:t>
            </a:r>
            <a:r>
              <a:rPr lang="en-US" sz="2400" dirty="0" err="1"/>
              <a:t>với</a:t>
            </a:r>
            <a:r>
              <a:rPr lang="en-US" sz="2400" dirty="0"/>
              <a:t> </a:t>
            </a:r>
            <a:r>
              <a:rPr lang="en-US" sz="2400" dirty="0" err="1"/>
              <a:t>mục</a:t>
            </a:r>
            <a:r>
              <a:rPr lang="en-US" sz="2400" dirty="0"/>
              <a:t> </a:t>
            </a:r>
            <a:r>
              <a:rPr lang="en-US" sz="2400" dirty="0" err="1"/>
              <a:t>tiêu</a:t>
            </a:r>
            <a:r>
              <a:rPr lang="en-US" sz="2400" dirty="0"/>
              <a:t> </a:t>
            </a:r>
            <a:r>
              <a:rPr lang="en-US" sz="2400" dirty="0" err="1"/>
              <a:t>của</a:t>
            </a:r>
            <a:r>
              <a:rPr lang="en-US" sz="2400" dirty="0"/>
              <a:t> </a:t>
            </a:r>
            <a:r>
              <a:rPr lang="en-US" sz="2400" dirty="0" err="1"/>
              <a:t>tổ</a:t>
            </a:r>
            <a:r>
              <a:rPr lang="en-US" sz="2400" dirty="0"/>
              <a:t> </a:t>
            </a:r>
            <a:r>
              <a:rPr lang="en-US" sz="2400" dirty="0" err="1"/>
              <a:t>chức</a:t>
            </a:r>
            <a:r>
              <a:rPr lang="en-US" sz="2400" dirty="0"/>
              <a:t>, </a:t>
            </a:r>
            <a:r>
              <a:rPr lang="en-US" sz="2400" dirty="0" err="1"/>
              <a:t>người</a:t>
            </a:r>
            <a:r>
              <a:rPr lang="en-US" sz="2400" dirty="0"/>
              <a:t> </a:t>
            </a:r>
            <a:r>
              <a:rPr lang="en-US" sz="2400" dirty="0" err="1"/>
              <a:t>thiết</a:t>
            </a:r>
            <a:r>
              <a:rPr lang="en-US" sz="2400" dirty="0"/>
              <a:t> </a:t>
            </a:r>
            <a:r>
              <a:rPr lang="en-US" sz="2400" dirty="0" err="1"/>
              <a:t>kế</a:t>
            </a:r>
            <a:r>
              <a:rPr lang="en-US" sz="2400" dirty="0"/>
              <a:t> </a:t>
            </a:r>
            <a:r>
              <a:rPr lang="en-US" sz="2400" dirty="0" err="1"/>
              <a:t>nên</a:t>
            </a:r>
            <a:r>
              <a:rPr lang="en-US" sz="2400" dirty="0"/>
              <a:t> </a:t>
            </a:r>
            <a:r>
              <a:rPr lang="en-US" sz="2400" dirty="0" err="1"/>
              <a:t>xác</a:t>
            </a:r>
            <a:r>
              <a:rPr lang="en-US" sz="2400" dirty="0"/>
              <a:t> </a:t>
            </a:r>
            <a:r>
              <a:rPr lang="en-US" sz="2400" dirty="0" err="1"/>
              <a:t>định</a:t>
            </a:r>
            <a:r>
              <a:rPr lang="en-US" sz="2400" dirty="0"/>
              <a:t> </a:t>
            </a:r>
            <a:r>
              <a:rPr lang="en-US" sz="2400" dirty="0" err="1">
                <a:solidFill>
                  <a:srgbClr val="FF0000"/>
                </a:solidFill>
              </a:rPr>
              <a:t>mục</a:t>
            </a:r>
            <a:r>
              <a:rPr lang="en-US" sz="2400" dirty="0">
                <a:solidFill>
                  <a:srgbClr val="FF0000"/>
                </a:solidFill>
              </a:rPr>
              <a:t> </a:t>
            </a:r>
            <a:r>
              <a:rPr lang="en-US" sz="2400" dirty="0" err="1">
                <a:solidFill>
                  <a:srgbClr val="FF0000"/>
                </a:solidFill>
              </a:rPr>
              <a:t>tiêu</a:t>
            </a:r>
            <a:r>
              <a:rPr lang="en-US" sz="2400" dirty="0"/>
              <a:t> </a:t>
            </a:r>
            <a:r>
              <a:rPr lang="en-US" sz="2400" dirty="0" err="1"/>
              <a:t>của</a:t>
            </a:r>
            <a:r>
              <a:rPr lang="en-US" sz="2400" dirty="0"/>
              <a:t> </a:t>
            </a:r>
            <a:r>
              <a:rPr lang="en-US" sz="2400" dirty="0" err="1"/>
              <a:t>tổ</a:t>
            </a:r>
            <a:r>
              <a:rPr lang="en-US" sz="2400" dirty="0"/>
              <a:t> </a:t>
            </a:r>
            <a:r>
              <a:rPr lang="en-US" sz="2400" dirty="0" err="1"/>
              <a:t>chức</a:t>
            </a:r>
            <a:r>
              <a:rPr lang="en-US" sz="2400" dirty="0"/>
              <a:t> </a:t>
            </a:r>
            <a:r>
              <a:rPr lang="en-US" sz="2400" dirty="0" err="1"/>
              <a:t>có</a:t>
            </a:r>
            <a:r>
              <a:rPr lang="en-US" sz="2400" dirty="0"/>
              <a:t> </a:t>
            </a:r>
            <a:r>
              <a:rPr lang="en-US" sz="2400" dirty="0" err="1"/>
              <a:t>phải</a:t>
            </a:r>
            <a:r>
              <a:rPr lang="en-US" sz="2400" dirty="0"/>
              <a:t> </a:t>
            </a:r>
            <a:r>
              <a:rPr lang="en-US" sz="2400" dirty="0" err="1"/>
              <a:t>là</a:t>
            </a:r>
            <a:r>
              <a:rPr lang="en-US" sz="2400" dirty="0"/>
              <a:t> </a:t>
            </a:r>
            <a:r>
              <a:rPr lang="en-US" sz="2400" dirty="0" err="1">
                <a:solidFill>
                  <a:srgbClr val="FF0000"/>
                </a:solidFill>
              </a:rPr>
              <a:t>cải</a:t>
            </a:r>
            <a:r>
              <a:rPr lang="en-US" sz="2400" dirty="0">
                <a:solidFill>
                  <a:srgbClr val="FF0000"/>
                </a:solidFill>
              </a:rPr>
              <a:t> </a:t>
            </a:r>
            <a:r>
              <a:rPr lang="en-US" sz="2400" dirty="0" err="1">
                <a:solidFill>
                  <a:srgbClr val="FF0000"/>
                </a:solidFill>
              </a:rPr>
              <a:t>thiện</a:t>
            </a:r>
            <a:r>
              <a:rPr lang="en-US" sz="2400" dirty="0">
                <a:solidFill>
                  <a:srgbClr val="FF0000"/>
                </a:solidFill>
              </a:rPr>
              <a:t> </a:t>
            </a:r>
            <a:r>
              <a:rPr lang="en-US" sz="2400" dirty="0" err="1">
                <a:solidFill>
                  <a:srgbClr val="FF0000"/>
                </a:solidFill>
              </a:rPr>
              <a:t>việc</a:t>
            </a:r>
            <a:r>
              <a:rPr lang="en-US" sz="2400" dirty="0">
                <a:solidFill>
                  <a:srgbClr val="FF0000"/>
                </a:solidFill>
              </a:rPr>
              <a:t> </a:t>
            </a:r>
            <a:r>
              <a:rPr lang="en-US" sz="2400" dirty="0" err="1">
                <a:solidFill>
                  <a:srgbClr val="FF0000"/>
                </a:solidFill>
              </a:rPr>
              <a:t>hỗ</a:t>
            </a:r>
            <a:r>
              <a:rPr lang="en-US" sz="2400" dirty="0">
                <a:solidFill>
                  <a:srgbClr val="FF0000"/>
                </a:solidFill>
              </a:rPr>
              <a:t> </a:t>
            </a:r>
            <a:r>
              <a:rPr lang="en-US" sz="2400" dirty="0" err="1">
                <a:solidFill>
                  <a:srgbClr val="FF0000"/>
                </a:solidFill>
              </a:rPr>
              <a:t>trợ</a:t>
            </a:r>
            <a:r>
              <a:rPr lang="en-US" sz="2400" dirty="0">
                <a:solidFill>
                  <a:srgbClr val="FF0000"/>
                </a:solidFill>
              </a:rPr>
              <a:t> </a:t>
            </a:r>
            <a:r>
              <a:rPr lang="en-US" sz="2400" dirty="0" err="1">
                <a:solidFill>
                  <a:srgbClr val="FF0000"/>
                </a:solidFill>
              </a:rPr>
              <a:t>khách</a:t>
            </a:r>
            <a:r>
              <a:rPr lang="en-US" sz="2400" dirty="0">
                <a:solidFill>
                  <a:srgbClr val="FF0000"/>
                </a:solidFill>
              </a:rPr>
              <a:t> </a:t>
            </a:r>
            <a:r>
              <a:rPr lang="en-US" sz="2400" dirty="0" err="1">
                <a:solidFill>
                  <a:srgbClr val="FF0000"/>
                </a:solidFill>
              </a:rPr>
              <a:t>hàng</a:t>
            </a:r>
            <a:r>
              <a:rPr lang="en-US" sz="2400" dirty="0"/>
              <a:t>, </a:t>
            </a:r>
            <a:r>
              <a:rPr lang="en-US" sz="2400" dirty="0" err="1" smtClean="0">
                <a:solidFill>
                  <a:srgbClr val="FF0000"/>
                </a:solidFill>
              </a:rPr>
              <a:t>bổ</a:t>
            </a:r>
            <a:r>
              <a:rPr lang="en-US" sz="2400" dirty="0" smtClean="0">
                <a:solidFill>
                  <a:srgbClr val="FF0000"/>
                </a:solidFill>
              </a:rPr>
              <a:t> </a:t>
            </a:r>
            <a:r>
              <a:rPr lang="en-US" sz="2400" dirty="0">
                <a:solidFill>
                  <a:srgbClr val="FF0000"/>
                </a:solidFill>
              </a:rPr>
              <a:t>sung </a:t>
            </a:r>
            <a:r>
              <a:rPr lang="en-US" sz="2400" dirty="0" err="1">
                <a:solidFill>
                  <a:srgbClr val="FF0000"/>
                </a:solidFill>
              </a:rPr>
              <a:t>các</a:t>
            </a:r>
            <a:r>
              <a:rPr lang="en-US" sz="2400" dirty="0">
                <a:solidFill>
                  <a:srgbClr val="FF0000"/>
                </a:solidFill>
              </a:rPr>
              <a:t> </a:t>
            </a:r>
            <a:r>
              <a:rPr lang="en-US" sz="2400" dirty="0" err="1">
                <a:solidFill>
                  <a:srgbClr val="FF0000"/>
                </a:solidFill>
              </a:rPr>
              <a:t>dịch</a:t>
            </a:r>
            <a:r>
              <a:rPr lang="en-US" sz="2400" dirty="0">
                <a:solidFill>
                  <a:srgbClr val="FF0000"/>
                </a:solidFill>
              </a:rPr>
              <a:t> </a:t>
            </a:r>
            <a:r>
              <a:rPr lang="en-US" sz="2400" dirty="0" err="1">
                <a:solidFill>
                  <a:srgbClr val="FF0000"/>
                </a:solidFill>
              </a:rPr>
              <a:t>vụ</a:t>
            </a:r>
            <a:r>
              <a:rPr lang="en-US" sz="2400" dirty="0">
                <a:solidFill>
                  <a:srgbClr val="FF0000"/>
                </a:solidFill>
              </a:rPr>
              <a:t> </a:t>
            </a:r>
            <a:r>
              <a:rPr lang="en-US" sz="2400" dirty="0" err="1">
                <a:solidFill>
                  <a:srgbClr val="FF0000"/>
                </a:solidFill>
              </a:rPr>
              <a:t>khách</a:t>
            </a:r>
            <a:r>
              <a:rPr lang="en-US" sz="2400" dirty="0">
                <a:solidFill>
                  <a:srgbClr val="FF0000"/>
                </a:solidFill>
              </a:rPr>
              <a:t> </a:t>
            </a:r>
            <a:r>
              <a:rPr lang="en-US" sz="2400" dirty="0" err="1">
                <a:solidFill>
                  <a:srgbClr val="FF0000"/>
                </a:solidFill>
              </a:rPr>
              <a:t>hàng</a:t>
            </a:r>
            <a:r>
              <a:rPr lang="en-US" sz="2400" dirty="0">
                <a:solidFill>
                  <a:srgbClr val="FF0000"/>
                </a:solidFill>
              </a:rPr>
              <a:t> </a:t>
            </a:r>
            <a:r>
              <a:rPr lang="en-US" sz="2400" dirty="0" err="1">
                <a:solidFill>
                  <a:srgbClr val="FF0000"/>
                </a:solidFill>
              </a:rPr>
              <a:t>mới</a:t>
            </a:r>
            <a:r>
              <a:rPr lang="en-US" sz="2400" dirty="0"/>
              <a:t>, </a:t>
            </a:r>
            <a:r>
              <a:rPr lang="en-US" sz="2400" dirty="0" err="1">
                <a:solidFill>
                  <a:srgbClr val="FF0000"/>
                </a:solidFill>
              </a:rPr>
              <a:t>tăng</a:t>
            </a:r>
            <a:r>
              <a:rPr lang="en-US" sz="2400" dirty="0">
                <a:solidFill>
                  <a:srgbClr val="FF0000"/>
                </a:solidFill>
              </a:rPr>
              <a:t> </a:t>
            </a:r>
            <a:r>
              <a:rPr lang="en-US" sz="2400" dirty="0" err="1">
                <a:solidFill>
                  <a:srgbClr val="FF0000"/>
                </a:solidFill>
              </a:rPr>
              <a:t>khả</a:t>
            </a:r>
            <a:r>
              <a:rPr lang="en-US" sz="2400" dirty="0">
                <a:solidFill>
                  <a:srgbClr val="FF0000"/>
                </a:solidFill>
              </a:rPr>
              <a:t> </a:t>
            </a:r>
            <a:r>
              <a:rPr lang="en-US" sz="2400" dirty="0" err="1">
                <a:solidFill>
                  <a:srgbClr val="FF0000"/>
                </a:solidFill>
              </a:rPr>
              <a:t>năng</a:t>
            </a:r>
            <a:r>
              <a:rPr lang="en-US" sz="2400" dirty="0">
                <a:solidFill>
                  <a:srgbClr val="FF0000"/>
                </a:solidFill>
              </a:rPr>
              <a:t> </a:t>
            </a:r>
            <a:r>
              <a:rPr lang="en-US" sz="2400" dirty="0" err="1">
                <a:solidFill>
                  <a:srgbClr val="FF0000"/>
                </a:solidFill>
              </a:rPr>
              <a:t>cạnh</a:t>
            </a:r>
            <a:r>
              <a:rPr lang="en-US" sz="2400" dirty="0">
                <a:solidFill>
                  <a:srgbClr val="FF0000"/>
                </a:solidFill>
              </a:rPr>
              <a:t> </a:t>
            </a:r>
            <a:r>
              <a:rPr lang="en-US" sz="2400" dirty="0" err="1">
                <a:solidFill>
                  <a:srgbClr val="FF0000"/>
                </a:solidFill>
              </a:rPr>
              <a:t>tranh</a:t>
            </a:r>
            <a:r>
              <a:rPr lang="en-US" sz="2400" dirty="0">
                <a:solidFill>
                  <a:srgbClr val="FF0000"/>
                </a:solidFill>
              </a:rPr>
              <a:t> </a:t>
            </a:r>
            <a:r>
              <a:rPr lang="en-US" sz="2400" dirty="0" err="1">
                <a:solidFill>
                  <a:srgbClr val="FF0000"/>
                </a:solidFill>
              </a:rPr>
              <a:t>hoặc</a:t>
            </a:r>
            <a:r>
              <a:rPr lang="en-US" sz="2400" dirty="0">
                <a:solidFill>
                  <a:srgbClr val="FF0000"/>
                </a:solidFill>
              </a:rPr>
              <a:t> </a:t>
            </a:r>
            <a:r>
              <a:rPr lang="en-US" sz="2400" dirty="0" err="1">
                <a:solidFill>
                  <a:srgbClr val="FF0000"/>
                </a:solidFill>
              </a:rPr>
              <a:t>giảm</a:t>
            </a:r>
            <a:r>
              <a:rPr lang="en-US" sz="2400" dirty="0">
                <a:solidFill>
                  <a:srgbClr val="FF0000"/>
                </a:solidFill>
              </a:rPr>
              <a:t> chi </a:t>
            </a:r>
            <a:r>
              <a:rPr lang="en-US" sz="2400" dirty="0" err="1" smtClean="0">
                <a:solidFill>
                  <a:srgbClr val="FF0000"/>
                </a:solidFill>
              </a:rPr>
              <a:t>phí</a:t>
            </a:r>
            <a:r>
              <a:rPr lang="en-US" sz="2400" dirty="0" smtClean="0"/>
              <a:t>? </a:t>
            </a:r>
            <a:r>
              <a:rPr lang="en-US" sz="2400" dirty="0" err="1"/>
              <a:t>Hoặc</a:t>
            </a:r>
            <a:r>
              <a:rPr lang="en-US" sz="2400" dirty="0"/>
              <a:t> </a:t>
            </a:r>
            <a:r>
              <a:rPr lang="en-US" sz="2400" dirty="0" err="1"/>
              <a:t>có</a:t>
            </a:r>
            <a:r>
              <a:rPr lang="en-US" sz="2400" dirty="0"/>
              <a:t> </a:t>
            </a:r>
            <a:r>
              <a:rPr lang="en-US" sz="2400" dirty="0" err="1"/>
              <a:t>thể</a:t>
            </a:r>
            <a:r>
              <a:rPr lang="en-US" sz="2400" dirty="0"/>
              <a:t> </a:t>
            </a:r>
            <a:r>
              <a:rPr lang="en-US" sz="2400" dirty="0" err="1"/>
              <a:t>là</a:t>
            </a:r>
            <a:r>
              <a:rPr lang="en-US" sz="2400" dirty="0"/>
              <a:t> </a:t>
            </a:r>
            <a:r>
              <a:rPr lang="en-US" sz="2400" dirty="0" err="1"/>
              <a:t>sự</a:t>
            </a:r>
            <a:r>
              <a:rPr lang="en-US" sz="2400" dirty="0"/>
              <a:t> </a:t>
            </a:r>
            <a:r>
              <a:rPr lang="en-US" sz="2400" dirty="0" err="1"/>
              <a:t>kết</a:t>
            </a:r>
            <a:r>
              <a:rPr lang="en-US" sz="2400" dirty="0"/>
              <a:t> </a:t>
            </a:r>
            <a:r>
              <a:rPr lang="en-US" sz="2400" dirty="0" err="1"/>
              <a:t>hợp</a:t>
            </a:r>
            <a:r>
              <a:rPr lang="en-US" sz="2400" dirty="0"/>
              <a:t> </a:t>
            </a:r>
            <a:r>
              <a:rPr lang="en-US" sz="2400" dirty="0" err="1"/>
              <a:t>của</a:t>
            </a:r>
            <a:r>
              <a:rPr lang="en-US" sz="2400" dirty="0"/>
              <a:t> </a:t>
            </a:r>
            <a:r>
              <a:rPr lang="en-US" sz="2400" dirty="0" err="1"/>
              <a:t>các</a:t>
            </a:r>
            <a:r>
              <a:rPr lang="en-US" sz="2400" dirty="0"/>
              <a:t> </a:t>
            </a:r>
            <a:r>
              <a:rPr lang="en-US" sz="2400" dirty="0" err="1"/>
              <a:t>mục</a:t>
            </a:r>
            <a:r>
              <a:rPr lang="en-US" sz="2400" dirty="0"/>
              <a:t> </a:t>
            </a:r>
            <a:r>
              <a:rPr lang="en-US" sz="2400" dirty="0" err="1"/>
              <a:t>tiêu</a:t>
            </a:r>
            <a:r>
              <a:rPr lang="en-US" sz="2400" dirty="0"/>
              <a:t> </a:t>
            </a:r>
            <a:r>
              <a:rPr lang="en-US" sz="2400" dirty="0" err="1"/>
              <a:t>này</a:t>
            </a:r>
            <a:r>
              <a:rPr lang="en-US" sz="2400" dirty="0"/>
              <a:t>, </a:t>
            </a:r>
            <a:r>
              <a:rPr lang="en-US" sz="2400" dirty="0" err="1"/>
              <a:t>các</a:t>
            </a:r>
            <a:r>
              <a:rPr lang="en-US" sz="2400" dirty="0"/>
              <a:t> </a:t>
            </a:r>
            <a:r>
              <a:rPr lang="en-US" sz="2400" dirty="0" err="1"/>
              <a:t>mục</a:t>
            </a:r>
            <a:r>
              <a:rPr lang="en-US" sz="2400" dirty="0"/>
              <a:t> </a:t>
            </a:r>
            <a:r>
              <a:rPr lang="en-US" sz="2400" dirty="0" err="1"/>
              <a:t>tiêu</a:t>
            </a:r>
            <a:r>
              <a:rPr lang="en-US" sz="2400" dirty="0"/>
              <a:t> </a:t>
            </a:r>
            <a:r>
              <a:rPr lang="en-US" sz="2400" dirty="0" err="1"/>
              <a:t>quan</a:t>
            </a:r>
            <a:r>
              <a:rPr lang="en-US" sz="2400" dirty="0"/>
              <a:t> </a:t>
            </a:r>
            <a:r>
              <a:rPr lang="en-US" sz="2400" dirty="0" err="1"/>
              <a:t>trọng</a:t>
            </a:r>
            <a:r>
              <a:rPr lang="en-US" sz="2400" dirty="0" smtClean="0"/>
              <a:t>.</a:t>
            </a:r>
          </a:p>
          <a:p>
            <a:pPr marL="0" indent="0">
              <a:buNone/>
            </a:pPr>
            <a:endParaRPr lang="en-US" sz="2400" dirty="0"/>
          </a:p>
          <a:p>
            <a:r>
              <a:rPr lang="en-US" sz="2400" dirty="0" err="1"/>
              <a:t>Một</a:t>
            </a:r>
            <a:r>
              <a:rPr lang="en-US" sz="2400" dirty="0"/>
              <a:t> </a:t>
            </a:r>
            <a:r>
              <a:rPr lang="en-US" sz="2400" dirty="0" err="1"/>
              <a:t>số</a:t>
            </a:r>
            <a:r>
              <a:rPr lang="en-US" sz="2400" dirty="0"/>
              <a:t> </a:t>
            </a:r>
            <a:r>
              <a:rPr lang="en-US" sz="2400" dirty="0" err="1">
                <a:solidFill>
                  <a:srgbClr val="FF0000"/>
                </a:solidFill>
              </a:rPr>
              <a:t>ràng</a:t>
            </a:r>
            <a:r>
              <a:rPr lang="en-US" sz="2400" dirty="0">
                <a:solidFill>
                  <a:srgbClr val="FF0000"/>
                </a:solidFill>
              </a:rPr>
              <a:t> </a:t>
            </a:r>
            <a:r>
              <a:rPr lang="en-US" sz="2400" dirty="0" err="1">
                <a:solidFill>
                  <a:srgbClr val="FF0000"/>
                </a:solidFill>
              </a:rPr>
              <a:t>buộc</a:t>
            </a:r>
            <a:r>
              <a:rPr lang="en-US" sz="2400" dirty="0">
                <a:solidFill>
                  <a:srgbClr val="FF0000"/>
                </a:solidFill>
              </a:rPr>
              <a:t> </a:t>
            </a:r>
            <a:r>
              <a:rPr lang="en-US" sz="2400" dirty="0" err="1"/>
              <a:t>về</a:t>
            </a:r>
            <a:r>
              <a:rPr lang="en-US" sz="2400" dirty="0"/>
              <a:t> </a:t>
            </a:r>
            <a:r>
              <a:rPr lang="en-US" sz="2400" dirty="0" err="1"/>
              <a:t>tổ</a:t>
            </a:r>
            <a:r>
              <a:rPr lang="en-US" sz="2400" dirty="0"/>
              <a:t> </a:t>
            </a:r>
            <a:r>
              <a:rPr lang="en-US" sz="2400" dirty="0" err="1"/>
              <a:t>chức</a:t>
            </a:r>
            <a:r>
              <a:rPr lang="en-US" sz="2400" dirty="0"/>
              <a:t> </a:t>
            </a:r>
            <a:r>
              <a:rPr lang="en-US" sz="2400" dirty="0" err="1"/>
              <a:t>cần</a:t>
            </a:r>
            <a:r>
              <a:rPr lang="en-US" sz="2400" dirty="0"/>
              <a:t> </a:t>
            </a:r>
            <a:r>
              <a:rPr lang="en-US" sz="2400" dirty="0" err="1"/>
              <a:t>xem</a:t>
            </a:r>
            <a:r>
              <a:rPr lang="en-US" sz="2400" dirty="0"/>
              <a:t> </a:t>
            </a:r>
            <a:r>
              <a:rPr lang="en-US" sz="2400" dirty="0" err="1"/>
              <a:t>xét</a:t>
            </a:r>
            <a:r>
              <a:rPr lang="en-US" sz="2400" dirty="0"/>
              <a:t> </a:t>
            </a:r>
            <a:r>
              <a:rPr lang="en-US" sz="2400" dirty="0" err="1"/>
              <a:t>như</a:t>
            </a:r>
            <a:r>
              <a:rPr lang="en-US" sz="2400" dirty="0"/>
              <a:t> </a:t>
            </a:r>
            <a:r>
              <a:rPr lang="en-US" sz="2400" dirty="0" err="1">
                <a:solidFill>
                  <a:srgbClr val="FF0000"/>
                </a:solidFill>
              </a:rPr>
              <a:t>ngân</a:t>
            </a:r>
            <a:r>
              <a:rPr lang="en-US" sz="2400" dirty="0">
                <a:solidFill>
                  <a:srgbClr val="FF0000"/>
                </a:solidFill>
              </a:rPr>
              <a:t> </a:t>
            </a:r>
            <a:r>
              <a:rPr lang="en-US" sz="2400" dirty="0" err="1">
                <a:solidFill>
                  <a:srgbClr val="FF0000"/>
                </a:solidFill>
              </a:rPr>
              <a:t>sách</a:t>
            </a:r>
            <a:r>
              <a:rPr lang="en-US" sz="2400" dirty="0"/>
              <a:t>, </a:t>
            </a:r>
            <a:r>
              <a:rPr lang="en-US" sz="2400" dirty="0" err="1">
                <a:solidFill>
                  <a:srgbClr val="FF0000"/>
                </a:solidFill>
              </a:rPr>
              <a:t>nhân</a:t>
            </a:r>
            <a:r>
              <a:rPr lang="en-US" sz="2400" dirty="0">
                <a:solidFill>
                  <a:srgbClr val="FF0000"/>
                </a:solidFill>
              </a:rPr>
              <a:t> </a:t>
            </a:r>
            <a:r>
              <a:rPr lang="en-US" sz="2400" dirty="0" err="1">
                <a:solidFill>
                  <a:srgbClr val="FF0000"/>
                </a:solidFill>
              </a:rPr>
              <a:t>sự</a:t>
            </a:r>
            <a:r>
              <a:rPr lang="en-US" sz="2400" dirty="0"/>
              <a:t>, </a:t>
            </a:r>
            <a:r>
              <a:rPr lang="en-US" sz="2400" dirty="0" err="1">
                <a:solidFill>
                  <a:srgbClr val="FF0000"/>
                </a:solidFill>
              </a:rPr>
              <a:t>chính</a:t>
            </a:r>
            <a:r>
              <a:rPr lang="en-US" sz="2400" dirty="0">
                <a:solidFill>
                  <a:srgbClr val="FF0000"/>
                </a:solidFill>
              </a:rPr>
              <a:t> </a:t>
            </a:r>
            <a:r>
              <a:rPr lang="en-US" sz="2400" dirty="0" err="1">
                <a:solidFill>
                  <a:srgbClr val="FF0000"/>
                </a:solidFill>
              </a:rPr>
              <a:t>sách</a:t>
            </a:r>
            <a:r>
              <a:rPr lang="en-US" sz="2400" dirty="0"/>
              <a:t>, </a:t>
            </a:r>
            <a:r>
              <a:rPr lang="en-US" sz="2400" dirty="0" err="1">
                <a:solidFill>
                  <a:srgbClr val="FF0000"/>
                </a:solidFill>
              </a:rPr>
              <a:t>khung</a:t>
            </a:r>
            <a:r>
              <a:rPr lang="en-US" sz="2400" dirty="0">
                <a:solidFill>
                  <a:srgbClr val="FF0000"/>
                </a:solidFill>
              </a:rPr>
              <a:t> </a:t>
            </a:r>
            <a:r>
              <a:rPr lang="en-US" sz="2400" dirty="0" err="1">
                <a:solidFill>
                  <a:srgbClr val="FF0000"/>
                </a:solidFill>
              </a:rPr>
              <a:t>thời</a:t>
            </a:r>
            <a:r>
              <a:rPr lang="en-US" sz="2400" dirty="0">
                <a:solidFill>
                  <a:srgbClr val="FF0000"/>
                </a:solidFill>
              </a:rPr>
              <a:t> </a:t>
            </a:r>
            <a:r>
              <a:rPr lang="en-US" sz="2400" dirty="0" err="1">
                <a:solidFill>
                  <a:srgbClr val="FF0000"/>
                </a:solidFill>
              </a:rPr>
              <a:t>gian</a:t>
            </a:r>
            <a:r>
              <a:rPr lang="en-US" sz="2800" dirty="0"/>
              <a:t>. </a:t>
            </a:r>
          </a:p>
        </p:txBody>
      </p:sp>
      <p:sp>
        <p:nvSpPr>
          <p:cNvPr id="4" name="Title 1"/>
          <p:cNvSpPr>
            <a:spLocks noGrp="1"/>
          </p:cNvSpPr>
          <p:nvPr>
            <p:ph type="title"/>
          </p:nvPr>
        </p:nvSpPr>
        <p:spPr>
          <a:xfrm>
            <a:off x="457200" y="152400"/>
            <a:ext cx="8229600" cy="792162"/>
          </a:xfrm>
        </p:spPr>
        <p:txBody>
          <a:bodyPr/>
          <a:lstStyle/>
          <a:p>
            <a:pPr algn="ctr"/>
            <a:r>
              <a:rPr lang="en-US" smtClean="0">
                <a:solidFill>
                  <a:schemeClr val="bg1"/>
                </a:solidFill>
              </a:rPr>
              <a:t>Bước 1. Xác định yêu cầu thiết kế</a:t>
            </a:r>
            <a:endParaRPr lang="en-US">
              <a:solidFill>
                <a:schemeClr val="bg1"/>
              </a:solidFill>
            </a:endParaRPr>
          </a:p>
        </p:txBody>
      </p:sp>
    </p:spTree>
    <p:extLst>
      <p:ext uri="{BB962C8B-B14F-4D97-AF65-F5344CB8AC3E}">
        <p14:creationId xmlns:p14="http://schemas.microsoft.com/office/powerpoint/2010/main" val="325221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838200"/>
            <a:ext cx="8610600" cy="4267200"/>
          </a:xfrm>
        </p:spPr>
        <p:txBody>
          <a:bodyPr/>
          <a:lstStyle/>
          <a:p>
            <a:pPr marL="0" indent="0">
              <a:buNone/>
            </a:pPr>
            <a:r>
              <a:rPr lang="en-US" sz="2400">
                <a:solidFill>
                  <a:srgbClr val="FF0000"/>
                </a:solidFill>
              </a:rPr>
              <a:t>Mục tiêu kỹ thuật </a:t>
            </a:r>
            <a:r>
              <a:rPr lang="en-US" sz="2400"/>
              <a:t>đáp ứng cho các mục tiêu tổ chức và các ứng dụng hỗ trợ, mục tiêu kỹ thuật gồm:</a:t>
            </a:r>
          </a:p>
          <a:p>
            <a:pPr lvl="0">
              <a:spcBef>
                <a:spcPts val="1200"/>
              </a:spcBef>
              <a:spcAft>
                <a:spcPts val="1200"/>
              </a:spcAft>
            </a:pPr>
            <a:r>
              <a:rPr lang="en-US" sz="2400"/>
              <a:t>Cải thiện thời gian đáp ứng của mạng</a:t>
            </a:r>
          </a:p>
          <a:p>
            <a:pPr lvl="0">
              <a:spcBef>
                <a:spcPts val="1200"/>
              </a:spcBef>
              <a:spcAft>
                <a:spcPts val="1200"/>
              </a:spcAft>
            </a:pPr>
            <a:r>
              <a:rPr lang="en-US" sz="2400"/>
              <a:t>Giảm sự cố mạng và thời gian chết (tính sẵn sàng cao)</a:t>
            </a:r>
          </a:p>
          <a:p>
            <a:pPr lvl="0">
              <a:spcBef>
                <a:spcPts val="1200"/>
              </a:spcBef>
              <a:spcAft>
                <a:spcPts val="1200"/>
              </a:spcAft>
            </a:pPr>
            <a:r>
              <a:rPr lang="en-US" sz="2400"/>
              <a:t>Đơn giản hóa việc quản trị mạng</a:t>
            </a:r>
          </a:p>
          <a:p>
            <a:pPr lvl="0">
              <a:spcBef>
                <a:spcPts val="1200"/>
              </a:spcBef>
              <a:spcAft>
                <a:spcPts val="1200"/>
              </a:spcAft>
            </a:pPr>
            <a:r>
              <a:rPr lang="en-US" sz="2400"/>
              <a:t>Nâng cao bảo mật mạng</a:t>
            </a:r>
          </a:p>
          <a:p>
            <a:pPr lvl="0">
              <a:spcBef>
                <a:spcPts val="1200"/>
              </a:spcBef>
              <a:spcAft>
                <a:spcPts val="1200"/>
              </a:spcAft>
            </a:pPr>
            <a:r>
              <a:rPr lang="en-US" sz="2400"/>
              <a:t>Cải thiện độ tin cậy của các ứng dụng quan trọng</a:t>
            </a:r>
          </a:p>
          <a:p>
            <a:pPr lvl="0">
              <a:spcBef>
                <a:spcPts val="1200"/>
              </a:spcBef>
              <a:spcAft>
                <a:spcPts val="1200"/>
              </a:spcAft>
            </a:pPr>
            <a:r>
              <a:rPr lang="en-US" sz="2400"/>
              <a:t>Hiện đại hóa công nghệ (làm mới công nghệ)</a:t>
            </a:r>
          </a:p>
          <a:p>
            <a:pPr lvl="0">
              <a:spcBef>
                <a:spcPts val="1200"/>
              </a:spcBef>
              <a:spcAft>
                <a:spcPts val="1200"/>
              </a:spcAft>
            </a:pPr>
            <a:r>
              <a:rPr lang="en-US" sz="2400"/>
              <a:t>Cải thiện khả năng mở rộng của mạng</a:t>
            </a:r>
          </a:p>
          <a:p>
            <a:pPr marL="0" indent="0">
              <a:buNone/>
            </a:pPr>
            <a:endParaRPr lang="en-US"/>
          </a:p>
        </p:txBody>
      </p:sp>
      <p:sp>
        <p:nvSpPr>
          <p:cNvPr id="4" name="Title 1"/>
          <p:cNvSpPr>
            <a:spLocks noGrp="1"/>
          </p:cNvSpPr>
          <p:nvPr>
            <p:ph type="title"/>
          </p:nvPr>
        </p:nvSpPr>
        <p:spPr>
          <a:xfrm>
            <a:off x="457200" y="152400"/>
            <a:ext cx="8229600" cy="792162"/>
          </a:xfrm>
        </p:spPr>
        <p:txBody>
          <a:bodyPr/>
          <a:lstStyle/>
          <a:p>
            <a:pPr algn="ctr"/>
            <a:r>
              <a:rPr lang="en-US" smtClean="0">
                <a:solidFill>
                  <a:schemeClr val="bg1"/>
                </a:solidFill>
              </a:rPr>
              <a:t>Bước 1. Xác định yêu cầu thiết kế</a:t>
            </a:r>
            <a:endParaRPr lang="en-US">
              <a:solidFill>
                <a:schemeClr val="bg1"/>
              </a:solidFill>
            </a:endParaRPr>
          </a:p>
        </p:txBody>
      </p:sp>
    </p:spTree>
    <p:extLst>
      <p:ext uri="{BB962C8B-B14F-4D97-AF65-F5344CB8AC3E}">
        <p14:creationId xmlns:p14="http://schemas.microsoft.com/office/powerpoint/2010/main" val="365193265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066800"/>
            <a:ext cx="8077200" cy="4267200"/>
          </a:xfrm>
        </p:spPr>
        <p:txBody>
          <a:bodyPr/>
          <a:lstStyle/>
          <a:p>
            <a:pPr marL="0" indent="0">
              <a:buNone/>
            </a:pPr>
            <a:r>
              <a:rPr lang="en-US" sz="2400" dirty="0" err="1"/>
              <a:t>Thiết</a:t>
            </a:r>
            <a:r>
              <a:rPr lang="en-US" sz="2400" dirty="0"/>
              <a:t> </a:t>
            </a:r>
            <a:r>
              <a:rPr lang="en-US" sz="2400" dirty="0" err="1"/>
              <a:t>kế</a:t>
            </a:r>
            <a:r>
              <a:rPr lang="en-US" sz="2400" dirty="0"/>
              <a:t> </a:t>
            </a:r>
            <a:r>
              <a:rPr lang="en-US" sz="2400" dirty="0" err="1"/>
              <a:t>mạng</a:t>
            </a:r>
            <a:r>
              <a:rPr lang="en-US" sz="2400" dirty="0"/>
              <a:t> </a:t>
            </a:r>
            <a:r>
              <a:rPr lang="en-US" sz="2400" dirty="0" err="1"/>
              <a:t>có</a:t>
            </a:r>
            <a:r>
              <a:rPr lang="en-US" sz="2400" dirty="0"/>
              <a:t> </a:t>
            </a:r>
            <a:r>
              <a:rPr lang="en-US" sz="2400" dirty="0" err="1"/>
              <a:t>thể</a:t>
            </a:r>
            <a:r>
              <a:rPr lang="en-US" sz="2400" dirty="0"/>
              <a:t> </a:t>
            </a:r>
            <a:r>
              <a:rPr lang="en-US" sz="2400" dirty="0" err="1"/>
              <a:t>bị</a:t>
            </a:r>
            <a:r>
              <a:rPr lang="en-US" sz="2400" dirty="0"/>
              <a:t> </a:t>
            </a:r>
            <a:r>
              <a:rPr lang="en-US" sz="2400" dirty="0" err="1"/>
              <a:t>hạn</a:t>
            </a:r>
            <a:r>
              <a:rPr lang="en-US" sz="2400" dirty="0"/>
              <a:t> </a:t>
            </a:r>
            <a:r>
              <a:rPr lang="en-US" sz="2400" dirty="0" err="1"/>
              <a:t>chế</a:t>
            </a:r>
            <a:r>
              <a:rPr lang="en-US" sz="2400" dirty="0"/>
              <a:t> </a:t>
            </a:r>
            <a:r>
              <a:rPr lang="en-US" sz="2400" dirty="0" err="1"/>
              <a:t>bởi</a:t>
            </a:r>
            <a:r>
              <a:rPr lang="en-US" sz="2400" dirty="0"/>
              <a:t> </a:t>
            </a:r>
            <a:r>
              <a:rPr lang="en-US" sz="2400" dirty="0" err="1"/>
              <a:t>các</a:t>
            </a:r>
            <a:r>
              <a:rPr lang="en-US" sz="2400" dirty="0"/>
              <a:t> </a:t>
            </a:r>
            <a:r>
              <a:rPr lang="en-US" sz="2400" dirty="0" err="1"/>
              <a:t>tham</a:t>
            </a:r>
            <a:r>
              <a:rPr lang="en-US" sz="2400" dirty="0"/>
              <a:t> </a:t>
            </a:r>
            <a:r>
              <a:rPr lang="en-US" sz="2400" dirty="0" err="1"/>
              <a:t>số</a:t>
            </a:r>
            <a:r>
              <a:rPr lang="en-US" sz="2400" dirty="0"/>
              <a:t> </a:t>
            </a:r>
            <a:r>
              <a:rPr lang="en-US" sz="2400" dirty="0" err="1"/>
              <a:t>giới</a:t>
            </a:r>
            <a:r>
              <a:rPr lang="en-US" sz="2400" dirty="0"/>
              <a:t> </a:t>
            </a:r>
            <a:r>
              <a:rPr lang="en-US" sz="2400" dirty="0" err="1"/>
              <a:t>hạn</a:t>
            </a:r>
            <a:r>
              <a:rPr lang="en-US" sz="2400" dirty="0"/>
              <a:t> </a:t>
            </a:r>
            <a:r>
              <a:rPr lang="en-US" sz="2400" dirty="0" err="1"/>
              <a:t>giải</a:t>
            </a:r>
            <a:r>
              <a:rPr lang="en-US" sz="2400" dirty="0"/>
              <a:t> </a:t>
            </a:r>
            <a:r>
              <a:rPr lang="en-US" sz="2400" dirty="0" err="1"/>
              <a:t>pháp</a:t>
            </a:r>
            <a:r>
              <a:rPr lang="en-US" sz="2400" dirty="0"/>
              <a:t>. </a:t>
            </a:r>
            <a:r>
              <a:rPr lang="en-US" sz="2400" dirty="0" err="1"/>
              <a:t>Các</a:t>
            </a:r>
            <a:r>
              <a:rPr lang="en-US" sz="2400" dirty="0"/>
              <a:t> </a:t>
            </a:r>
            <a:r>
              <a:rPr lang="en-US" sz="2400" dirty="0" err="1">
                <a:solidFill>
                  <a:srgbClr val="FF0000"/>
                </a:solidFill>
              </a:rPr>
              <a:t>ứng</a:t>
            </a:r>
            <a:r>
              <a:rPr lang="en-US" sz="2400" dirty="0">
                <a:solidFill>
                  <a:srgbClr val="FF0000"/>
                </a:solidFill>
              </a:rPr>
              <a:t> </a:t>
            </a:r>
            <a:r>
              <a:rPr lang="en-US" sz="2400" dirty="0" err="1">
                <a:solidFill>
                  <a:srgbClr val="FF0000"/>
                </a:solidFill>
              </a:rPr>
              <a:t>dụng</a:t>
            </a:r>
            <a:r>
              <a:rPr lang="en-US" sz="2400" dirty="0">
                <a:solidFill>
                  <a:srgbClr val="FF0000"/>
                </a:solidFill>
              </a:rPr>
              <a:t> </a:t>
            </a:r>
            <a:r>
              <a:rPr lang="en-US" sz="2400" dirty="0" err="1">
                <a:solidFill>
                  <a:srgbClr val="FF0000"/>
                </a:solidFill>
              </a:rPr>
              <a:t>cũ</a:t>
            </a:r>
            <a:r>
              <a:rPr lang="en-US" sz="2400" dirty="0">
                <a:solidFill>
                  <a:srgbClr val="FF0000"/>
                </a:solidFill>
              </a:rPr>
              <a:t> </a:t>
            </a:r>
            <a:r>
              <a:rPr lang="en-US" sz="2400" dirty="0" err="1"/>
              <a:t>vẫn</a:t>
            </a:r>
            <a:r>
              <a:rPr lang="en-US" sz="2400" dirty="0"/>
              <a:t> </a:t>
            </a:r>
            <a:r>
              <a:rPr lang="en-US" sz="2400" dirty="0" err="1"/>
              <a:t>có</a:t>
            </a:r>
            <a:r>
              <a:rPr lang="en-US" sz="2400" dirty="0"/>
              <a:t> </a:t>
            </a:r>
            <a:r>
              <a:rPr lang="en-US" sz="2400" dirty="0" err="1"/>
              <a:t>thể</a:t>
            </a:r>
            <a:r>
              <a:rPr lang="en-US" sz="2400" dirty="0"/>
              <a:t> </a:t>
            </a:r>
            <a:r>
              <a:rPr lang="en-US" sz="2400" dirty="0" err="1"/>
              <a:t>tồn</a:t>
            </a:r>
            <a:r>
              <a:rPr lang="en-US" sz="2400" dirty="0"/>
              <a:t> </a:t>
            </a:r>
            <a:r>
              <a:rPr lang="en-US" sz="2400" dirty="0" err="1"/>
              <a:t>tại</a:t>
            </a:r>
            <a:r>
              <a:rPr lang="en-US" sz="2400" dirty="0"/>
              <a:t> </a:t>
            </a:r>
            <a:r>
              <a:rPr lang="en-US" sz="2400" dirty="0" err="1"/>
              <a:t>và</a:t>
            </a:r>
            <a:r>
              <a:rPr lang="en-US" sz="2400" dirty="0"/>
              <a:t> </a:t>
            </a:r>
            <a:r>
              <a:rPr lang="en-US" sz="2400" dirty="0" err="1"/>
              <a:t>các</a:t>
            </a:r>
            <a:r>
              <a:rPr lang="en-US" sz="2400" dirty="0"/>
              <a:t> </a:t>
            </a:r>
            <a:r>
              <a:rPr lang="en-US" sz="2400" dirty="0" err="1"/>
              <a:t>ứng</a:t>
            </a:r>
            <a:r>
              <a:rPr lang="en-US" sz="2400" dirty="0"/>
              <a:t> </a:t>
            </a:r>
            <a:r>
              <a:rPr lang="en-US" sz="2400" dirty="0" err="1"/>
              <a:t>dụng</a:t>
            </a:r>
            <a:r>
              <a:rPr lang="en-US" sz="2400" dirty="0"/>
              <a:t> </a:t>
            </a:r>
            <a:r>
              <a:rPr lang="en-US" sz="2400" dirty="0" err="1"/>
              <a:t>này</a:t>
            </a:r>
            <a:r>
              <a:rPr lang="en-US" sz="2400" dirty="0"/>
              <a:t> </a:t>
            </a:r>
            <a:r>
              <a:rPr lang="en-US" sz="2400" dirty="0" err="1"/>
              <a:t>có</a:t>
            </a:r>
            <a:r>
              <a:rPr lang="en-US" sz="2400" dirty="0"/>
              <a:t> </a:t>
            </a:r>
            <a:r>
              <a:rPr lang="en-US" sz="2400" dirty="0" err="1"/>
              <a:t>thể</a:t>
            </a:r>
            <a:r>
              <a:rPr lang="en-US" sz="2400" dirty="0"/>
              <a:t> </a:t>
            </a:r>
            <a:r>
              <a:rPr lang="en-US" sz="2400" dirty="0" err="1"/>
              <a:t>yêu</a:t>
            </a:r>
            <a:r>
              <a:rPr lang="en-US" sz="2400" dirty="0"/>
              <a:t> </a:t>
            </a:r>
            <a:r>
              <a:rPr lang="en-US" sz="2400" dirty="0" err="1"/>
              <a:t>cầu</a:t>
            </a:r>
            <a:r>
              <a:rPr lang="en-US" sz="2400" dirty="0"/>
              <a:t> </a:t>
            </a:r>
            <a:r>
              <a:rPr lang="en-US" sz="2400" dirty="0" err="1"/>
              <a:t>một</a:t>
            </a:r>
            <a:r>
              <a:rPr lang="en-US" sz="2400" dirty="0"/>
              <a:t> </a:t>
            </a:r>
            <a:r>
              <a:rPr lang="en-US" sz="2400" dirty="0" err="1"/>
              <a:t>giáo</a:t>
            </a:r>
            <a:r>
              <a:rPr lang="en-US" sz="2400" dirty="0"/>
              <a:t> </a:t>
            </a:r>
            <a:r>
              <a:rPr lang="en-US" sz="2400" dirty="0" err="1"/>
              <a:t>thức</a:t>
            </a:r>
            <a:r>
              <a:rPr lang="en-US" sz="2400" dirty="0"/>
              <a:t> </a:t>
            </a:r>
            <a:r>
              <a:rPr lang="en-US" sz="2400" dirty="0" err="1"/>
              <a:t>kế</a:t>
            </a:r>
            <a:r>
              <a:rPr lang="en-US" sz="2400" dirty="0"/>
              <a:t> </a:t>
            </a:r>
            <a:r>
              <a:rPr lang="en-US" sz="2400" dirty="0" err="1"/>
              <a:t>thừa</a:t>
            </a:r>
            <a:r>
              <a:rPr lang="en-US" sz="2400" dirty="0"/>
              <a:t> </a:t>
            </a:r>
            <a:r>
              <a:rPr lang="en-US" sz="2400" dirty="0" err="1"/>
              <a:t>có</a:t>
            </a:r>
            <a:r>
              <a:rPr lang="en-US" sz="2400" dirty="0"/>
              <a:t> </a:t>
            </a:r>
            <a:r>
              <a:rPr lang="en-US" sz="2400" dirty="0" err="1"/>
              <a:t>thể</a:t>
            </a:r>
            <a:r>
              <a:rPr lang="en-US" sz="2400" dirty="0"/>
              <a:t> </a:t>
            </a:r>
            <a:r>
              <a:rPr lang="en-US" sz="2400" dirty="0" err="1"/>
              <a:t>gây</a:t>
            </a:r>
            <a:r>
              <a:rPr lang="en-US" sz="2400" dirty="0"/>
              <a:t> </a:t>
            </a:r>
            <a:r>
              <a:rPr lang="en-US" sz="2400" dirty="0" err="1"/>
              <a:t>giới</a:t>
            </a:r>
            <a:r>
              <a:rPr lang="en-US" sz="2400" dirty="0"/>
              <a:t> </a:t>
            </a:r>
            <a:r>
              <a:rPr lang="en-US" sz="2400" dirty="0" err="1"/>
              <a:t>hạn</a:t>
            </a:r>
            <a:r>
              <a:rPr lang="en-US" sz="2400" dirty="0"/>
              <a:t> </a:t>
            </a:r>
            <a:r>
              <a:rPr lang="en-US" sz="2400" dirty="0" err="1"/>
              <a:t>trong</a:t>
            </a:r>
            <a:r>
              <a:rPr lang="en-US" sz="2400" dirty="0"/>
              <a:t> </a:t>
            </a:r>
            <a:r>
              <a:rPr lang="en-US" sz="2400" dirty="0" err="1"/>
              <a:t>thiết</a:t>
            </a:r>
            <a:r>
              <a:rPr lang="en-US" sz="2400" dirty="0"/>
              <a:t> </a:t>
            </a:r>
            <a:r>
              <a:rPr lang="en-US" sz="2400" dirty="0" err="1"/>
              <a:t>kế</a:t>
            </a:r>
            <a:r>
              <a:rPr lang="en-US" sz="2400" dirty="0"/>
              <a:t>. </a:t>
            </a:r>
            <a:r>
              <a:rPr lang="en-US" sz="2400" dirty="0" err="1"/>
              <a:t>các</a:t>
            </a:r>
            <a:r>
              <a:rPr lang="en-US" sz="2400" dirty="0"/>
              <a:t> </a:t>
            </a:r>
            <a:r>
              <a:rPr lang="en-US" sz="2400" dirty="0" err="1"/>
              <a:t>hạn</a:t>
            </a:r>
            <a:r>
              <a:rPr lang="en-US" sz="2400" dirty="0"/>
              <a:t> </a:t>
            </a:r>
            <a:r>
              <a:rPr lang="en-US" sz="2400" dirty="0" err="1"/>
              <a:t>chế</a:t>
            </a:r>
            <a:r>
              <a:rPr lang="en-US" sz="2400" dirty="0"/>
              <a:t> </a:t>
            </a:r>
            <a:r>
              <a:rPr lang="en-US" sz="2400" dirty="0" err="1"/>
              <a:t>về</a:t>
            </a:r>
            <a:r>
              <a:rPr lang="en-US" sz="2400" dirty="0"/>
              <a:t> </a:t>
            </a:r>
            <a:r>
              <a:rPr lang="en-US" sz="2400" dirty="0" err="1"/>
              <a:t>mặt</a:t>
            </a:r>
            <a:r>
              <a:rPr lang="en-US" sz="2400" dirty="0"/>
              <a:t> </a:t>
            </a:r>
            <a:r>
              <a:rPr lang="en-US" sz="2400" dirty="0" err="1"/>
              <a:t>kỹ</a:t>
            </a:r>
            <a:r>
              <a:rPr lang="en-US" sz="2400" dirty="0"/>
              <a:t> </a:t>
            </a:r>
            <a:r>
              <a:rPr lang="en-US" sz="2400" dirty="0" err="1"/>
              <a:t>thuật</a:t>
            </a:r>
            <a:r>
              <a:rPr lang="en-US" sz="2400" dirty="0"/>
              <a:t> </a:t>
            </a:r>
            <a:r>
              <a:rPr lang="en-US" sz="2400" dirty="0" err="1"/>
              <a:t>bao</a:t>
            </a:r>
            <a:r>
              <a:rPr lang="en-US" sz="2400" dirty="0"/>
              <a:t> </a:t>
            </a:r>
            <a:r>
              <a:rPr lang="en-US" sz="2400" dirty="0" err="1"/>
              <a:t>gồm</a:t>
            </a:r>
            <a:r>
              <a:rPr lang="en-US" sz="2400" dirty="0"/>
              <a:t>:</a:t>
            </a:r>
          </a:p>
          <a:p>
            <a:pPr lvl="0"/>
            <a:r>
              <a:rPr lang="en-US" sz="2400" dirty="0" smtClean="0"/>
              <a:t> </a:t>
            </a:r>
            <a:r>
              <a:rPr lang="en-US" sz="2400" dirty="0" err="1" smtClean="0"/>
              <a:t>Hệ</a:t>
            </a:r>
            <a:r>
              <a:rPr lang="en-US" sz="2400" dirty="0" smtClean="0"/>
              <a:t> </a:t>
            </a:r>
            <a:r>
              <a:rPr lang="en-US" sz="2400" dirty="0" err="1" smtClean="0"/>
              <a:t>thống</a:t>
            </a:r>
            <a:r>
              <a:rPr lang="en-US" sz="2400" dirty="0" smtClean="0"/>
              <a:t> </a:t>
            </a:r>
            <a:r>
              <a:rPr lang="en-US" sz="2400" dirty="0" err="1" smtClean="0"/>
              <a:t>cáp</a:t>
            </a:r>
            <a:r>
              <a:rPr lang="en-US" sz="2400" dirty="0" smtClean="0"/>
              <a:t> </a:t>
            </a:r>
            <a:r>
              <a:rPr lang="en-US" sz="2400" dirty="0" err="1"/>
              <a:t>hiện</a:t>
            </a:r>
            <a:r>
              <a:rPr lang="en-US" sz="2400" dirty="0"/>
              <a:t> </a:t>
            </a:r>
            <a:r>
              <a:rPr lang="en-US" sz="2400" dirty="0" err="1"/>
              <a:t>tại</a:t>
            </a:r>
            <a:r>
              <a:rPr lang="en-US" sz="2400" dirty="0"/>
              <a:t> </a:t>
            </a:r>
            <a:r>
              <a:rPr lang="en-US" sz="2400" dirty="0" err="1"/>
              <a:t>không</a:t>
            </a:r>
            <a:r>
              <a:rPr lang="en-US" sz="2400" dirty="0"/>
              <a:t> </a:t>
            </a:r>
            <a:r>
              <a:rPr lang="en-US" sz="2400" dirty="0" err="1"/>
              <a:t>hỗ</a:t>
            </a:r>
            <a:r>
              <a:rPr lang="en-US" sz="2400" dirty="0"/>
              <a:t> </a:t>
            </a:r>
            <a:r>
              <a:rPr lang="en-US" sz="2400" dirty="0" err="1"/>
              <a:t>trợ</a:t>
            </a:r>
            <a:r>
              <a:rPr lang="en-US" sz="2400" dirty="0"/>
              <a:t> </a:t>
            </a:r>
            <a:r>
              <a:rPr lang="en-US" sz="2400" dirty="0" err="1"/>
              <a:t>công</a:t>
            </a:r>
            <a:r>
              <a:rPr lang="en-US" sz="2400" dirty="0"/>
              <a:t> </a:t>
            </a:r>
            <a:r>
              <a:rPr lang="en-US" sz="2400" dirty="0" err="1"/>
              <a:t>nghệ</a:t>
            </a:r>
            <a:r>
              <a:rPr lang="en-US" sz="2400" dirty="0"/>
              <a:t> </a:t>
            </a:r>
            <a:r>
              <a:rPr lang="en-US" sz="2400" dirty="0" err="1"/>
              <a:t>mới</a:t>
            </a:r>
            <a:endParaRPr lang="en-US" sz="2400" dirty="0"/>
          </a:p>
          <a:p>
            <a:pPr lvl="0"/>
            <a:r>
              <a:rPr lang="en-US" sz="2400" dirty="0" smtClean="0"/>
              <a:t> </a:t>
            </a:r>
            <a:r>
              <a:rPr lang="en-US" sz="2400" dirty="0" err="1" smtClean="0"/>
              <a:t>Băng</a:t>
            </a:r>
            <a:r>
              <a:rPr lang="en-US" sz="2400" dirty="0" smtClean="0"/>
              <a:t> </a:t>
            </a:r>
            <a:r>
              <a:rPr lang="en-US" sz="2400" dirty="0" err="1"/>
              <a:t>thông</a:t>
            </a:r>
            <a:r>
              <a:rPr lang="en-US" sz="2400" dirty="0"/>
              <a:t> </a:t>
            </a:r>
            <a:r>
              <a:rPr lang="en-US" sz="2400" dirty="0" err="1"/>
              <a:t>có</a:t>
            </a:r>
            <a:r>
              <a:rPr lang="en-US" sz="2400" dirty="0"/>
              <a:t> </a:t>
            </a:r>
            <a:r>
              <a:rPr lang="en-US" sz="2400" dirty="0" err="1"/>
              <a:t>thể</a:t>
            </a:r>
            <a:r>
              <a:rPr lang="en-US" sz="2400" dirty="0"/>
              <a:t> </a:t>
            </a:r>
            <a:r>
              <a:rPr lang="en-US" sz="2400" dirty="0" err="1"/>
              <a:t>không</a:t>
            </a:r>
            <a:r>
              <a:rPr lang="en-US" sz="2400" dirty="0"/>
              <a:t> </a:t>
            </a:r>
            <a:r>
              <a:rPr lang="en-US" sz="2400" dirty="0" err="1"/>
              <a:t>hỗ</a:t>
            </a:r>
            <a:r>
              <a:rPr lang="en-US" sz="2400" dirty="0"/>
              <a:t> </a:t>
            </a:r>
            <a:r>
              <a:rPr lang="en-US" sz="2400" dirty="0" err="1"/>
              <a:t>trợ</a:t>
            </a:r>
            <a:r>
              <a:rPr lang="en-US" sz="2400" dirty="0"/>
              <a:t> </a:t>
            </a:r>
            <a:r>
              <a:rPr lang="en-US" sz="2400" dirty="0" err="1"/>
              <a:t>các</a:t>
            </a:r>
            <a:r>
              <a:rPr lang="en-US" sz="2400" dirty="0"/>
              <a:t> </a:t>
            </a:r>
            <a:r>
              <a:rPr lang="en-US" sz="2400" dirty="0" err="1"/>
              <a:t>công</a:t>
            </a:r>
            <a:r>
              <a:rPr lang="en-US" sz="2400" dirty="0"/>
              <a:t> </a:t>
            </a:r>
            <a:r>
              <a:rPr lang="en-US" sz="2400" dirty="0" err="1"/>
              <a:t>nghệ</a:t>
            </a:r>
            <a:r>
              <a:rPr lang="en-US" sz="2400" dirty="0"/>
              <a:t> </a:t>
            </a:r>
            <a:r>
              <a:rPr lang="en-US" sz="2400" dirty="0" err="1"/>
              <a:t>mới</a:t>
            </a:r>
            <a:endParaRPr lang="en-US" sz="2400" dirty="0"/>
          </a:p>
          <a:p>
            <a:pPr lvl="0"/>
            <a:r>
              <a:rPr lang="en-US" sz="2400" dirty="0" smtClean="0"/>
              <a:t> </a:t>
            </a:r>
            <a:r>
              <a:rPr lang="en-US" sz="2400" dirty="0" err="1" smtClean="0"/>
              <a:t>Mạng</a:t>
            </a:r>
            <a:r>
              <a:rPr lang="en-US" sz="2400" dirty="0" smtClean="0"/>
              <a:t> </a:t>
            </a:r>
            <a:r>
              <a:rPr lang="en-US" sz="2400" dirty="0" err="1"/>
              <a:t>phải</a:t>
            </a:r>
            <a:r>
              <a:rPr lang="en-US" sz="2400" dirty="0"/>
              <a:t> </a:t>
            </a:r>
            <a:r>
              <a:rPr lang="en-US" sz="2400" dirty="0" err="1"/>
              <a:t>hỗ</a:t>
            </a:r>
            <a:r>
              <a:rPr lang="en-US" sz="2400" dirty="0"/>
              <a:t> </a:t>
            </a:r>
            <a:r>
              <a:rPr lang="en-US" sz="2400" dirty="0" err="1"/>
              <a:t>trợ</a:t>
            </a:r>
            <a:r>
              <a:rPr lang="en-US" sz="2400" dirty="0"/>
              <a:t> </a:t>
            </a:r>
            <a:r>
              <a:rPr lang="en-US" sz="2400" dirty="0" err="1"/>
              <a:t>các</a:t>
            </a:r>
            <a:r>
              <a:rPr lang="en-US" sz="2400" dirty="0"/>
              <a:t> </a:t>
            </a:r>
            <a:r>
              <a:rPr lang="en-US" sz="2400" dirty="0" err="1"/>
              <a:t>thiết</a:t>
            </a:r>
            <a:r>
              <a:rPr lang="en-US" sz="2400" dirty="0"/>
              <a:t> </a:t>
            </a:r>
            <a:r>
              <a:rPr lang="en-US" sz="2400" dirty="0" err="1"/>
              <a:t>bị</a:t>
            </a:r>
            <a:r>
              <a:rPr lang="en-US" sz="2400" dirty="0"/>
              <a:t> </a:t>
            </a:r>
            <a:r>
              <a:rPr lang="en-US" sz="2400" dirty="0" err="1"/>
              <a:t>công</a:t>
            </a:r>
            <a:r>
              <a:rPr lang="en-US" sz="2400" dirty="0"/>
              <a:t> </a:t>
            </a:r>
            <a:r>
              <a:rPr lang="en-US" sz="2400" dirty="0" err="1"/>
              <a:t>nghệ</a:t>
            </a:r>
            <a:r>
              <a:rPr lang="en-US" sz="2400" dirty="0"/>
              <a:t> </a:t>
            </a:r>
            <a:r>
              <a:rPr lang="en-US" sz="2400" dirty="0" err="1"/>
              <a:t>cũ</a:t>
            </a:r>
            <a:endParaRPr lang="en-US" sz="2400" dirty="0"/>
          </a:p>
          <a:p>
            <a:r>
              <a:rPr lang="en-US" sz="2400" dirty="0" smtClean="0"/>
              <a:t> </a:t>
            </a:r>
            <a:r>
              <a:rPr lang="en-US" sz="2400" dirty="0" err="1" smtClean="0"/>
              <a:t>Các</a:t>
            </a:r>
            <a:r>
              <a:rPr lang="en-US" sz="2400" dirty="0" smtClean="0"/>
              <a:t> </a:t>
            </a:r>
            <a:r>
              <a:rPr lang="en-US" sz="2400" dirty="0" err="1"/>
              <a:t>ứng</a:t>
            </a:r>
            <a:r>
              <a:rPr lang="en-US" sz="2400" dirty="0"/>
              <a:t> </a:t>
            </a:r>
            <a:r>
              <a:rPr lang="en-US" sz="2400" dirty="0" err="1"/>
              <a:t>dụng</a:t>
            </a:r>
            <a:r>
              <a:rPr lang="en-US" sz="2400" dirty="0"/>
              <a:t> </a:t>
            </a:r>
            <a:r>
              <a:rPr lang="en-US" sz="2400" dirty="0" err="1"/>
              <a:t>kế</a:t>
            </a:r>
            <a:r>
              <a:rPr lang="en-US" sz="2400" dirty="0"/>
              <a:t> </a:t>
            </a:r>
            <a:r>
              <a:rPr lang="en-US" sz="2400" dirty="0" err="1"/>
              <a:t>thừa</a:t>
            </a:r>
            <a:r>
              <a:rPr lang="en-US" sz="2400" dirty="0"/>
              <a:t> </a:t>
            </a:r>
            <a:r>
              <a:rPr lang="en-US" sz="2400" dirty="0" err="1"/>
              <a:t>phải</a:t>
            </a:r>
            <a:r>
              <a:rPr lang="en-US" sz="2400" dirty="0"/>
              <a:t> </a:t>
            </a:r>
            <a:r>
              <a:rPr lang="en-US" sz="2400" dirty="0" err="1"/>
              <a:t>được</a:t>
            </a:r>
            <a:r>
              <a:rPr lang="en-US" sz="2400" dirty="0"/>
              <a:t> </a:t>
            </a:r>
            <a:r>
              <a:rPr lang="en-US" sz="2400" dirty="0" err="1"/>
              <a:t>hỗ</a:t>
            </a:r>
            <a:r>
              <a:rPr lang="en-US" sz="2400" dirty="0"/>
              <a:t> </a:t>
            </a:r>
            <a:r>
              <a:rPr lang="en-US" sz="2400" dirty="0" err="1"/>
              <a:t>trợ</a:t>
            </a:r>
            <a:r>
              <a:rPr lang="en-US" sz="2400" dirty="0"/>
              <a:t> (</a:t>
            </a:r>
            <a:r>
              <a:rPr lang="en-US" sz="2400" dirty="0" err="1"/>
              <a:t>khả</a:t>
            </a:r>
            <a:r>
              <a:rPr lang="en-US" sz="2400" dirty="0"/>
              <a:t> </a:t>
            </a:r>
            <a:r>
              <a:rPr lang="en-US" sz="2400" dirty="0" err="1"/>
              <a:t>năng</a:t>
            </a:r>
            <a:r>
              <a:rPr lang="en-US" sz="2400" dirty="0"/>
              <a:t> </a:t>
            </a:r>
            <a:r>
              <a:rPr lang="en-US" sz="2400" dirty="0" err="1"/>
              <a:t>tương</a:t>
            </a:r>
            <a:r>
              <a:rPr lang="en-US" sz="2400" dirty="0"/>
              <a:t> </a:t>
            </a:r>
            <a:r>
              <a:rPr lang="en-US" sz="2400" dirty="0" err="1"/>
              <a:t>thích</a:t>
            </a:r>
            <a:r>
              <a:rPr lang="en-US" sz="2400" dirty="0"/>
              <a:t> </a:t>
            </a:r>
            <a:r>
              <a:rPr lang="en-US" sz="2400" dirty="0" err="1"/>
              <a:t>ứng</a:t>
            </a:r>
            <a:r>
              <a:rPr lang="en-US" sz="2400" dirty="0"/>
              <a:t> </a:t>
            </a:r>
            <a:r>
              <a:rPr lang="en-US" sz="2400" dirty="0" err="1"/>
              <a:t>dụng</a:t>
            </a:r>
            <a:r>
              <a:rPr lang="en-US" sz="2400" dirty="0"/>
              <a:t>)</a:t>
            </a:r>
          </a:p>
        </p:txBody>
      </p:sp>
      <p:sp>
        <p:nvSpPr>
          <p:cNvPr id="4" name="Title 1"/>
          <p:cNvSpPr>
            <a:spLocks noGrp="1"/>
          </p:cNvSpPr>
          <p:nvPr>
            <p:ph type="title"/>
          </p:nvPr>
        </p:nvSpPr>
        <p:spPr>
          <a:xfrm>
            <a:off x="457200" y="152400"/>
            <a:ext cx="8229600" cy="792162"/>
          </a:xfrm>
        </p:spPr>
        <p:txBody>
          <a:bodyPr/>
          <a:lstStyle/>
          <a:p>
            <a:pPr algn="ctr"/>
            <a:r>
              <a:rPr lang="en-US" smtClean="0">
                <a:solidFill>
                  <a:schemeClr val="bg1"/>
                </a:solidFill>
              </a:rPr>
              <a:t>Bước 1. Xác định yêu cầu thiết kế</a:t>
            </a:r>
            <a:endParaRPr lang="en-US">
              <a:solidFill>
                <a:schemeClr val="bg1"/>
              </a:solidFill>
            </a:endParaRPr>
          </a:p>
        </p:txBody>
      </p:sp>
    </p:spTree>
    <p:extLst>
      <p:ext uri="{BB962C8B-B14F-4D97-AF65-F5344CB8AC3E}">
        <p14:creationId xmlns:p14="http://schemas.microsoft.com/office/powerpoint/2010/main" val="44785123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15962"/>
          </a:xfrm>
        </p:spPr>
        <p:txBody>
          <a:bodyPr/>
          <a:lstStyle/>
          <a:p>
            <a:r>
              <a:rPr lang="en-US" smtClean="0">
                <a:solidFill>
                  <a:schemeClr val="bg1"/>
                </a:solidFill>
              </a:rPr>
              <a:t>Bước 2. Khảo sát hiện trạng</a:t>
            </a:r>
            <a:endParaRPr lang="en-US">
              <a:solidFill>
                <a:schemeClr val="bg1"/>
              </a:solidFill>
            </a:endParaRPr>
          </a:p>
        </p:txBody>
      </p:sp>
      <p:sp>
        <p:nvSpPr>
          <p:cNvPr id="3" name="Content Placeholder 2"/>
          <p:cNvSpPr>
            <a:spLocks noGrp="1"/>
          </p:cNvSpPr>
          <p:nvPr>
            <p:ph idx="1"/>
          </p:nvPr>
        </p:nvSpPr>
        <p:spPr>
          <a:xfrm>
            <a:off x="457200" y="1143000"/>
            <a:ext cx="8077200" cy="4267200"/>
          </a:xfrm>
        </p:spPr>
        <p:txBody>
          <a:bodyPr/>
          <a:lstStyle/>
          <a:p>
            <a:pPr marL="0" indent="0">
              <a:buNone/>
            </a:pPr>
            <a:r>
              <a:rPr lang="en-US" sz="2400">
                <a:solidFill>
                  <a:srgbClr val="FF0000"/>
                </a:solidFill>
              </a:rPr>
              <a:t>Thu thập thông tin hệ thống:</a:t>
            </a:r>
          </a:p>
          <a:p>
            <a:r>
              <a:rPr lang="en-US" sz="2400"/>
              <a:t>Thu thập các tài liệu về hệ thống mạng hiện tại, đôi khi hệ thống không có tài liệu mô tả thông tin hệ thống. Người thiết kế cần phải chuẩn bị các công cụ để thu thập thông tin hệ thống. </a:t>
            </a:r>
            <a:endParaRPr lang="en-US" sz="2400" smtClean="0"/>
          </a:p>
          <a:p>
            <a:r>
              <a:rPr lang="en-US" sz="2400"/>
              <a:t>C</a:t>
            </a:r>
            <a:r>
              <a:rPr lang="en-US" sz="2400" smtClean="0"/>
              <a:t>ác </a:t>
            </a:r>
            <a:r>
              <a:rPr lang="en-US" sz="2400"/>
              <a:t>bước thu thập thông tin:</a:t>
            </a:r>
          </a:p>
          <a:p>
            <a:pPr lvl="1">
              <a:buFont typeface="Wingdings" pitchFamily="2" charset="2"/>
              <a:buChar char="Ø"/>
            </a:pPr>
            <a:r>
              <a:rPr lang="en-US" sz="2000"/>
              <a:t>Xác định tất cả các thông tin về tổ chức hệ thống và các tài liệu về hệ thống</a:t>
            </a:r>
          </a:p>
          <a:p>
            <a:pPr lvl="1">
              <a:buFont typeface="Wingdings" pitchFamily="2" charset="2"/>
              <a:buChar char="Ø"/>
            </a:pPr>
            <a:r>
              <a:rPr lang="en-US" sz="2000"/>
              <a:t>Thực hiện kiểm tra toàn mạng (network audit) để bổ sung thông tin chi tiết mô tả mạng hiện tại</a:t>
            </a:r>
          </a:p>
          <a:p>
            <a:pPr lvl="1">
              <a:buFont typeface="Wingdings" pitchFamily="2" charset="2"/>
              <a:buChar char="Ø"/>
            </a:pPr>
            <a:r>
              <a:rPr lang="en-US" sz="2000"/>
              <a:t>Sử dụng thông tin phân tích lưu lượng để bổ sung thông tin về các ứng dụng và giao thức sử dụng.</a:t>
            </a:r>
          </a:p>
        </p:txBody>
      </p:sp>
    </p:spTree>
    <p:extLst>
      <p:ext uri="{BB962C8B-B14F-4D97-AF65-F5344CB8AC3E}">
        <p14:creationId xmlns:p14="http://schemas.microsoft.com/office/powerpoint/2010/main" val="217992599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92162"/>
          </a:xfrm>
        </p:spPr>
        <p:txBody>
          <a:bodyPr/>
          <a:lstStyle/>
          <a:p>
            <a:r>
              <a:rPr lang="en-US" smtClean="0">
                <a:solidFill>
                  <a:schemeClr val="bg1"/>
                </a:solidFill>
              </a:rPr>
              <a:t>Bước 3. Thiết kế mạng và giải pháp</a:t>
            </a:r>
            <a:endParaRPr lang="en-US">
              <a:solidFill>
                <a:schemeClr val="bg1"/>
              </a:solidFill>
            </a:endParaRPr>
          </a:p>
        </p:txBody>
      </p:sp>
      <p:sp>
        <p:nvSpPr>
          <p:cNvPr id="3" name="Content Placeholder 2"/>
          <p:cNvSpPr>
            <a:spLocks noGrp="1"/>
          </p:cNvSpPr>
          <p:nvPr>
            <p:ph idx="1"/>
          </p:nvPr>
        </p:nvSpPr>
        <p:spPr>
          <a:xfrm>
            <a:off x="533400" y="1219200"/>
            <a:ext cx="8382000" cy="4267200"/>
          </a:xfrm>
        </p:spPr>
        <p:txBody>
          <a:bodyPr/>
          <a:lstStyle/>
          <a:p>
            <a:pPr marL="0" indent="0">
              <a:buNone/>
            </a:pPr>
            <a:r>
              <a:rPr lang="en-US" sz="2000"/>
              <a:t>Phương pháp Top-Down:</a:t>
            </a:r>
          </a:p>
          <a:p>
            <a:pPr lvl="0"/>
            <a:r>
              <a:rPr lang="en-US" sz="2000"/>
              <a:t>Phân tích các yêu cầu ứng dụng và yêu cầu của tổ chức</a:t>
            </a:r>
          </a:p>
          <a:p>
            <a:pPr lvl="0"/>
            <a:r>
              <a:rPr lang="en-US" sz="2000"/>
              <a:t>Thiết kế đáp ứng các yêu cầu từ tầng ứng dụng đến tầng vật lý</a:t>
            </a:r>
          </a:p>
          <a:p>
            <a:pPr lvl="0"/>
            <a:r>
              <a:rPr lang="en-US" sz="2000"/>
              <a:t>Thu thập thêm dự liệu trên mạng</a:t>
            </a:r>
          </a:p>
          <a:p>
            <a:pPr marL="0" indent="0">
              <a:buNone/>
            </a:pPr>
            <a:endParaRPr lang="en-US" sz="2000"/>
          </a:p>
        </p:txBody>
      </p:sp>
      <p:pic>
        <p:nvPicPr>
          <p:cNvPr id="4" name="Picture 3"/>
          <p:cNvPicPr/>
          <p:nvPr/>
        </p:nvPicPr>
        <p:blipFill>
          <a:blip r:embed="rId2"/>
          <a:stretch>
            <a:fillRect/>
          </a:stretch>
        </p:blipFill>
        <p:spPr>
          <a:xfrm>
            <a:off x="1295400" y="2895600"/>
            <a:ext cx="6400800" cy="3200400"/>
          </a:xfrm>
          <a:prstGeom prst="rect">
            <a:avLst/>
          </a:prstGeom>
        </p:spPr>
      </p:pic>
    </p:spTree>
    <p:extLst>
      <p:ext uri="{BB962C8B-B14F-4D97-AF65-F5344CB8AC3E}">
        <p14:creationId xmlns:p14="http://schemas.microsoft.com/office/powerpoint/2010/main" val="154518916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t>Lỗi thường gặp của những người thiết kế mạng là xác định không đúng phạm vi của dự án thiết kế mạng. </a:t>
            </a:r>
          </a:p>
          <a:p>
            <a:endParaRPr lang="en-US"/>
          </a:p>
        </p:txBody>
      </p:sp>
      <p:sp>
        <p:nvSpPr>
          <p:cNvPr id="4" name="Title 1"/>
          <p:cNvSpPr>
            <a:spLocks noGrp="1"/>
          </p:cNvSpPr>
          <p:nvPr>
            <p:ph type="title"/>
          </p:nvPr>
        </p:nvSpPr>
        <p:spPr>
          <a:xfrm>
            <a:off x="457200" y="152400"/>
            <a:ext cx="8229600" cy="792162"/>
          </a:xfrm>
        </p:spPr>
        <p:txBody>
          <a:bodyPr/>
          <a:lstStyle/>
          <a:p>
            <a:r>
              <a:rPr lang="en-US" smtClean="0">
                <a:solidFill>
                  <a:schemeClr val="bg1"/>
                </a:solidFill>
              </a:rPr>
              <a:t>Bước 3, Thiết kế mạng và giải pháp</a:t>
            </a:r>
            <a:endParaRPr lang="en-US">
              <a:solidFill>
                <a:schemeClr val="bg1"/>
              </a:solidFill>
            </a:endParaRPr>
          </a:p>
        </p:txBody>
      </p:sp>
    </p:spTree>
    <p:extLst>
      <p:ext uri="{BB962C8B-B14F-4D97-AF65-F5344CB8AC3E}">
        <p14:creationId xmlns:p14="http://schemas.microsoft.com/office/powerpoint/2010/main" val="131498682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r>
              <a:rPr lang="en-US" smtClean="0">
                <a:solidFill>
                  <a:schemeClr val="bg1"/>
                </a:solidFill>
              </a:rPr>
              <a:t>Tài liệu thiết kế</a:t>
            </a:r>
            <a:endParaRPr lang="en-US">
              <a:solidFill>
                <a:schemeClr val="bg1"/>
              </a:solidFill>
            </a:endParaRPr>
          </a:p>
        </p:txBody>
      </p:sp>
      <p:sp>
        <p:nvSpPr>
          <p:cNvPr id="3" name="Content Placeholder 2"/>
          <p:cNvSpPr>
            <a:spLocks noGrp="1"/>
          </p:cNvSpPr>
          <p:nvPr>
            <p:ph idx="1"/>
          </p:nvPr>
        </p:nvSpPr>
        <p:spPr>
          <a:xfrm>
            <a:off x="533400" y="1219200"/>
            <a:ext cx="8077200" cy="4267200"/>
          </a:xfrm>
        </p:spPr>
        <p:txBody>
          <a:bodyPr/>
          <a:lstStyle/>
          <a:p>
            <a:r>
              <a:rPr lang="en-US" sz="2400"/>
              <a:t>Tài liệu thiết kế </a:t>
            </a:r>
            <a:r>
              <a:rPr lang="en-US" sz="2400">
                <a:solidFill>
                  <a:srgbClr val="FF0000"/>
                </a:solidFill>
              </a:rPr>
              <a:t>mô tả yêu cầu của tổ chức</a:t>
            </a:r>
            <a:r>
              <a:rPr lang="en-US" sz="2400"/>
              <a:t>, kiến trúc của hệ thống mạng cũ, </a:t>
            </a:r>
            <a:r>
              <a:rPr lang="en-US" sz="2400">
                <a:solidFill>
                  <a:srgbClr val="FF0000"/>
                </a:solidFill>
              </a:rPr>
              <a:t>các yêu cầu triển khai mạng </a:t>
            </a:r>
            <a:r>
              <a:rPr lang="en-US" sz="2400"/>
              <a:t>và các </a:t>
            </a:r>
            <a:r>
              <a:rPr lang="en-US" sz="2400">
                <a:solidFill>
                  <a:srgbClr val="FF0000"/>
                </a:solidFill>
              </a:rPr>
              <a:t>thông tin về thiết kế</a:t>
            </a:r>
            <a:r>
              <a:rPr lang="en-US" sz="2400"/>
              <a:t>, kế hoạch triển khai, </a:t>
            </a:r>
            <a:r>
              <a:rPr lang="en-US" sz="2400">
                <a:solidFill>
                  <a:srgbClr val="FF0000"/>
                </a:solidFill>
              </a:rPr>
              <a:t>thông tin cấu hình hệ thống cho mạng mới</a:t>
            </a:r>
            <a:r>
              <a:rPr lang="en-US" sz="2400"/>
              <a:t>. </a:t>
            </a:r>
            <a:endParaRPr lang="en-US" sz="2400" smtClean="0"/>
          </a:p>
          <a:p>
            <a:pPr>
              <a:spcBef>
                <a:spcPts val="1200"/>
              </a:spcBef>
              <a:spcAft>
                <a:spcPts val="1200"/>
              </a:spcAft>
            </a:pPr>
            <a:r>
              <a:rPr lang="en-US" sz="2400"/>
              <a:t>C</a:t>
            </a:r>
            <a:r>
              <a:rPr lang="en-US" sz="2400" smtClean="0"/>
              <a:t>ác </a:t>
            </a:r>
            <a:r>
              <a:rPr lang="en-US" sz="2400"/>
              <a:t>kỹ sư mạng và các nhà phân tích sử dụng nó để ghi lại các thay đổi trong mạng mới và nó là tài liệu của doanh nghiệp. </a:t>
            </a:r>
            <a:endParaRPr lang="en-US" sz="2400" smtClean="0"/>
          </a:p>
          <a:p>
            <a:pPr>
              <a:spcBef>
                <a:spcPts val="1200"/>
              </a:spcBef>
              <a:spcAft>
                <a:spcPts val="1200"/>
              </a:spcAft>
            </a:pPr>
            <a:r>
              <a:rPr lang="en-US" sz="2400" smtClean="0"/>
              <a:t>Tài </a:t>
            </a:r>
            <a:r>
              <a:rPr lang="en-US" sz="2400"/>
              <a:t>liệu thiết kế nên bao gồm những phần sau đây:</a:t>
            </a:r>
          </a:p>
          <a:p>
            <a:endParaRPr lang="en-US" sz="2400"/>
          </a:p>
        </p:txBody>
      </p:sp>
    </p:spTree>
    <p:extLst>
      <p:ext uri="{BB962C8B-B14F-4D97-AF65-F5344CB8AC3E}">
        <p14:creationId xmlns:p14="http://schemas.microsoft.com/office/powerpoint/2010/main" val="122054067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066800"/>
            <a:ext cx="8839200" cy="4267200"/>
          </a:xfrm>
        </p:spPr>
        <p:txBody>
          <a:bodyPr/>
          <a:lstStyle/>
          <a:p>
            <a:pPr marL="457200" lvl="0" indent="-457200">
              <a:buFont typeface="+mj-lt"/>
              <a:buAutoNum type="arabicParenR"/>
            </a:pPr>
            <a:r>
              <a:rPr lang="en-US" sz="2400" b="1" dirty="0" err="1"/>
              <a:t>Giới</a:t>
            </a:r>
            <a:r>
              <a:rPr lang="en-US" sz="2400" b="1" dirty="0"/>
              <a:t> </a:t>
            </a:r>
            <a:r>
              <a:rPr lang="en-US" sz="2400" b="1" dirty="0" err="1"/>
              <a:t>thiệu</a:t>
            </a:r>
            <a:r>
              <a:rPr lang="en-US" sz="2400" b="1" dirty="0"/>
              <a:t>: </a:t>
            </a:r>
            <a:r>
              <a:rPr lang="en-US" sz="2400" dirty="0" err="1"/>
              <a:t>trình</a:t>
            </a:r>
            <a:r>
              <a:rPr lang="en-US" sz="2400" dirty="0"/>
              <a:t> </a:t>
            </a:r>
            <a:r>
              <a:rPr lang="en-US" sz="2400" dirty="0" err="1"/>
              <a:t>bày</a:t>
            </a:r>
            <a:r>
              <a:rPr lang="en-US" sz="2400" dirty="0"/>
              <a:t> </a:t>
            </a:r>
            <a:r>
              <a:rPr lang="en-US" sz="2400" dirty="0" err="1"/>
              <a:t>mục</a:t>
            </a:r>
            <a:r>
              <a:rPr lang="en-US" sz="2400" dirty="0"/>
              <a:t> </a:t>
            </a:r>
            <a:r>
              <a:rPr lang="en-US" sz="2400" dirty="0" err="1"/>
              <a:t>đích</a:t>
            </a:r>
            <a:r>
              <a:rPr lang="en-US" sz="2400" dirty="0"/>
              <a:t> </a:t>
            </a:r>
            <a:r>
              <a:rPr lang="en-US" sz="2400" dirty="0" err="1"/>
              <a:t>và</a:t>
            </a:r>
            <a:r>
              <a:rPr lang="en-US" sz="2400" dirty="0"/>
              <a:t> </a:t>
            </a:r>
            <a:r>
              <a:rPr lang="en-US" sz="2400" dirty="0" err="1"/>
              <a:t>mục</a:t>
            </a:r>
            <a:r>
              <a:rPr lang="en-US" sz="2400" dirty="0"/>
              <a:t> </a:t>
            </a:r>
            <a:r>
              <a:rPr lang="en-US" sz="2400" dirty="0" err="1"/>
              <a:t>tiêu</a:t>
            </a:r>
            <a:r>
              <a:rPr lang="en-US" sz="2400" dirty="0"/>
              <a:t> </a:t>
            </a:r>
            <a:r>
              <a:rPr lang="en-US" sz="2400" dirty="0" err="1"/>
              <a:t>của</a:t>
            </a:r>
            <a:r>
              <a:rPr lang="en-US" sz="2400" dirty="0"/>
              <a:t> </a:t>
            </a:r>
            <a:r>
              <a:rPr lang="en-US" sz="2400" dirty="0" err="1"/>
              <a:t>thiết</a:t>
            </a:r>
            <a:r>
              <a:rPr lang="en-US" sz="2400" dirty="0"/>
              <a:t> </a:t>
            </a:r>
            <a:r>
              <a:rPr lang="en-US" sz="2400" dirty="0" err="1"/>
              <a:t>kế</a:t>
            </a:r>
            <a:r>
              <a:rPr lang="en-US" sz="2400" dirty="0"/>
              <a:t> </a:t>
            </a:r>
            <a:r>
              <a:rPr lang="en-US" sz="2400" dirty="0" err="1"/>
              <a:t>mạng</a:t>
            </a:r>
            <a:endParaRPr lang="en-US" sz="2400" dirty="0"/>
          </a:p>
          <a:p>
            <a:pPr marL="457200" lvl="0" indent="-457200">
              <a:buFont typeface="+mj-lt"/>
              <a:buAutoNum type="arabicParenR"/>
            </a:pPr>
            <a:r>
              <a:rPr lang="en-US" sz="2400" b="1" dirty="0" err="1"/>
              <a:t>Yêu</a:t>
            </a:r>
            <a:r>
              <a:rPr lang="en-US" sz="2400" b="1" dirty="0"/>
              <a:t> </a:t>
            </a:r>
            <a:r>
              <a:rPr lang="en-US" sz="2400" b="1" dirty="0" err="1"/>
              <a:t>cầu</a:t>
            </a:r>
            <a:r>
              <a:rPr lang="en-US" sz="2400" b="1" dirty="0"/>
              <a:t> </a:t>
            </a:r>
            <a:r>
              <a:rPr lang="en-US" sz="2400" b="1" dirty="0" err="1"/>
              <a:t>thiết</a:t>
            </a:r>
            <a:r>
              <a:rPr lang="en-US" sz="2400" b="1" dirty="0"/>
              <a:t> </a:t>
            </a:r>
            <a:r>
              <a:rPr lang="en-US" sz="2400" b="1" dirty="0" err="1"/>
              <a:t>kế</a:t>
            </a:r>
            <a:r>
              <a:rPr lang="en-US" sz="2400" b="1" dirty="0"/>
              <a:t>: </a:t>
            </a:r>
            <a:r>
              <a:rPr lang="en-US" sz="2400" dirty="0" err="1"/>
              <a:t>yêu</a:t>
            </a:r>
            <a:r>
              <a:rPr lang="en-US" sz="2400" dirty="0"/>
              <a:t> </a:t>
            </a:r>
            <a:r>
              <a:rPr lang="en-US" sz="2400" dirty="0" err="1"/>
              <a:t>cầu</a:t>
            </a:r>
            <a:r>
              <a:rPr lang="en-US" sz="2400" dirty="0"/>
              <a:t> </a:t>
            </a:r>
            <a:r>
              <a:rPr lang="en-US" sz="2400" dirty="0" err="1"/>
              <a:t>của</a:t>
            </a:r>
            <a:r>
              <a:rPr lang="en-US" sz="2400" dirty="0"/>
              <a:t> </a:t>
            </a:r>
            <a:r>
              <a:rPr lang="en-US" sz="2400" dirty="0" err="1"/>
              <a:t>tổ</a:t>
            </a:r>
            <a:r>
              <a:rPr lang="en-US" sz="2400" dirty="0"/>
              <a:t> </a:t>
            </a:r>
            <a:r>
              <a:rPr lang="en-US" sz="2400" dirty="0" err="1"/>
              <a:t>chức</a:t>
            </a:r>
            <a:r>
              <a:rPr lang="en-US" sz="2400" dirty="0"/>
              <a:t> </a:t>
            </a:r>
            <a:r>
              <a:rPr lang="en-US" sz="2400" dirty="0" err="1"/>
              <a:t>và</a:t>
            </a:r>
            <a:r>
              <a:rPr lang="en-US" sz="2400" dirty="0"/>
              <a:t> </a:t>
            </a:r>
            <a:r>
              <a:rPr lang="en-US" sz="2400" dirty="0" err="1"/>
              <a:t>các</a:t>
            </a:r>
            <a:r>
              <a:rPr lang="en-US" sz="2400" dirty="0"/>
              <a:t> </a:t>
            </a:r>
            <a:r>
              <a:rPr lang="en-US" sz="2400" dirty="0" err="1"/>
              <a:t>ràng</a:t>
            </a:r>
            <a:r>
              <a:rPr lang="en-US" sz="2400" dirty="0"/>
              <a:t> </a:t>
            </a:r>
            <a:r>
              <a:rPr lang="en-US" sz="2400" dirty="0" err="1"/>
              <a:t>buộc</a:t>
            </a:r>
            <a:endParaRPr lang="en-US" sz="2400" dirty="0"/>
          </a:p>
          <a:p>
            <a:pPr marL="457200" lvl="0" indent="-457200">
              <a:buFont typeface="+mj-lt"/>
              <a:buAutoNum type="arabicParenR"/>
            </a:pPr>
            <a:r>
              <a:rPr lang="en-US" sz="2400" b="1" dirty="0" err="1"/>
              <a:t>Hạ</a:t>
            </a:r>
            <a:r>
              <a:rPr lang="en-US" sz="2400" b="1" dirty="0"/>
              <a:t> </a:t>
            </a:r>
            <a:r>
              <a:rPr lang="en-US" sz="2400" b="1" dirty="0" err="1"/>
              <a:t>tầng</a:t>
            </a:r>
            <a:r>
              <a:rPr lang="en-US" sz="2400" b="1" dirty="0"/>
              <a:t> </a:t>
            </a:r>
            <a:r>
              <a:rPr lang="en-US" sz="2400" b="1" dirty="0" err="1"/>
              <a:t>mạng</a:t>
            </a:r>
            <a:r>
              <a:rPr lang="en-US" sz="2400" b="1" dirty="0"/>
              <a:t> </a:t>
            </a:r>
            <a:r>
              <a:rPr lang="en-US" sz="2400" b="1" dirty="0" err="1"/>
              <a:t>hiện</a:t>
            </a:r>
            <a:r>
              <a:rPr lang="en-US" sz="2400" b="1" dirty="0"/>
              <a:t> </a:t>
            </a:r>
            <a:r>
              <a:rPr lang="en-US" sz="2400" b="1" dirty="0" err="1"/>
              <a:t>tại</a:t>
            </a:r>
            <a:r>
              <a:rPr lang="en-US" sz="2400" b="1" dirty="0"/>
              <a:t>: </a:t>
            </a:r>
            <a:r>
              <a:rPr lang="en-US" sz="2400" dirty="0" err="1"/>
              <a:t>bao</a:t>
            </a:r>
            <a:r>
              <a:rPr lang="en-US" sz="2400" dirty="0"/>
              <a:t> </a:t>
            </a:r>
            <a:r>
              <a:rPr lang="en-US" sz="2400" dirty="0" err="1"/>
              <a:t>gồm</a:t>
            </a:r>
            <a:r>
              <a:rPr lang="en-US" sz="2400" dirty="0"/>
              <a:t> </a:t>
            </a:r>
            <a:r>
              <a:rPr lang="en-US" sz="2400" dirty="0" err="1"/>
              <a:t>sơ</a:t>
            </a:r>
            <a:r>
              <a:rPr lang="en-US" sz="2400" dirty="0"/>
              <a:t> </a:t>
            </a:r>
            <a:r>
              <a:rPr lang="en-US" sz="2400" dirty="0" err="1"/>
              <a:t>đồ</a:t>
            </a:r>
            <a:r>
              <a:rPr lang="en-US" sz="2400" dirty="0"/>
              <a:t> </a:t>
            </a:r>
            <a:r>
              <a:rPr lang="en-US" sz="2400" dirty="0" err="1"/>
              <a:t>mạng</a:t>
            </a:r>
            <a:r>
              <a:rPr lang="en-US" sz="2400" dirty="0"/>
              <a:t>, </a:t>
            </a:r>
            <a:r>
              <a:rPr lang="en-US" sz="2400" dirty="0" err="1"/>
              <a:t>các</a:t>
            </a:r>
            <a:r>
              <a:rPr lang="en-US" sz="2400" dirty="0"/>
              <a:t> </a:t>
            </a:r>
            <a:r>
              <a:rPr lang="en-US" sz="2400" dirty="0" err="1"/>
              <a:t>phân</a:t>
            </a:r>
            <a:r>
              <a:rPr lang="en-US" sz="2400" dirty="0"/>
              <a:t> </a:t>
            </a:r>
            <a:r>
              <a:rPr lang="en-US" sz="2400" dirty="0" err="1"/>
              <a:t>tích</a:t>
            </a:r>
            <a:r>
              <a:rPr lang="en-US" sz="2400" dirty="0"/>
              <a:t> </a:t>
            </a:r>
            <a:r>
              <a:rPr lang="en-US" sz="2400" dirty="0" err="1"/>
              <a:t>về</a:t>
            </a:r>
            <a:r>
              <a:rPr lang="en-US" sz="2400" dirty="0"/>
              <a:t> </a:t>
            </a:r>
            <a:r>
              <a:rPr lang="en-US" sz="2400" dirty="0" err="1"/>
              <a:t>thông</a:t>
            </a:r>
            <a:r>
              <a:rPr lang="en-US" sz="2400" dirty="0"/>
              <a:t> tin </a:t>
            </a:r>
            <a:r>
              <a:rPr lang="en-US" sz="2400" dirty="0" err="1"/>
              <a:t>hệ</a:t>
            </a:r>
            <a:r>
              <a:rPr lang="en-US" sz="2400" dirty="0"/>
              <a:t> </a:t>
            </a:r>
            <a:r>
              <a:rPr lang="en-US" sz="2400" dirty="0" err="1"/>
              <a:t>thống</a:t>
            </a:r>
            <a:r>
              <a:rPr lang="en-US" sz="2400" dirty="0"/>
              <a:t>, </a:t>
            </a:r>
            <a:r>
              <a:rPr lang="en-US" sz="2400" dirty="0" err="1"/>
              <a:t>tình</a:t>
            </a:r>
            <a:r>
              <a:rPr lang="en-US" sz="2400" dirty="0"/>
              <a:t> </a:t>
            </a:r>
            <a:r>
              <a:rPr lang="en-US" sz="2400" dirty="0" err="1"/>
              <a:t>trạng</a:t>
            </a:r>
            <a:r>
              <a:rPr lang="en-US" sz="2400" dirty="0"/>
              <a:t> </a:t>
            </a:r>
            <a:r>
              <a:rPr lang="en-US" sz="2400" dirty="0" err="1"/>
              <a:t>hoạt</a:t>
            </a:r>
            <a:r>
              <a:rPr lang="en-US" sz="2400" dirty="0"/>
              <a:t> </a:t>
            </a:r>
            <a:r>
              <a:rPr lang="en-US" sz="2400" dirty="0" err="1"/>
              <a:t>động</a:t>
            </a:r>
            <a:r>
              <a:rPr lang="en-US" sz="2400" dirty="0"/>
              <a:t> </a:t>
            </a:r>
            <a:r>
              <a:rPr lang="en-US" sz="2400" dirty="0" err="1"/>
              <a:t>của</a:t>
            </a:r>
            <a:r>
              <a:rPr lang="en-US" sz="2400" dirty="0"/>
              <a:t> </a:t>
            </a:r>
            <a:r>
              <a:rPr lang="en-US" sz="2400" dirty="0" err="1"/>
              <a:t>mạng</a:t>
            </a:r>
            <a:r>
              <a:rPr lang="en-US" sz="2400" dirty="0"/>
              <a:t>, </a:t>
            </a:r>
            <a:r>
              <a:rPr lang="en-US" sz="2400" dirty="0" err="1"/>
              <a:t>giao</a:t>
            </a:r>
            <a:r>
              <a:rPr lang="en-US" sz="2400" dirty="0"/>
              <a:t> </a:t>
            </a:r>
            <a:r>
              <a:rPr lang="en-US" sz="2400" dirty="0" err="1"/>
              <a:t>thức</a:t>
            </a:r>
            <a:r>
              <a:rPr lang="en-US" sz="2400" dirty="0"/>
              <a:t> </a:t>
            </a:r>
            <a:r>
              <a:rPr lang="en-US" sz="2400" dirty="0" err="1"/>
              <a:t>định</a:t>
            </a:r>
            <a:r>
              <a:rPr lang="en-US" sz="2400" dirty="0"/>
              <a:t> </a:t>
            </a:r>
            <a:r>
              <a:rPr lang="en-US" sz="2400" dirty="0" err="1"/>
              <a:t>tuyến</a:t>
            </a:r>
            <a:r>
              <a:rPr lang="en-US" sz="2400" dirty="0"/>
              <a:t>, </a:t>
            </a:r>
            <a:r>
              <a:rPr lang="en-US" sz="2400" dirty="0" err="1"/>
              <a:t>tổng</a:t>
            </a:r>
            <a:r>
              <a:rPr lang="en-US" sz="2400" dirty="0"/>
              <a:t> </a:t>
            </a:r>
            <a:r>
              <a:rPr lang="en-US" sz="2400" dirty="0" err="1"/>
              <a:t>quan</a:t>
            </a:r>
            <a:r>
              <a:rPr lang="en-US" sz="2400" dirty="0"/>
              <a:t> </a:t>
            </a:r>
            <a:r>
              <a:rPr lang="en-US" sz="2400" dirty="0" err="1"/>
              <a:t>về</a:t>
            </a:r>
            <a:r>
              <a:rPr lang="en-US" sz="2400" dirty="0"/>
              <a:t> </a:t>
            </a:r>
            <a:r>
              <a:rPr lang="en-US" sz="2400" dirty="0" err="1"/>
              <a:t>các</a:t>
            </a:r>
            <a:r>
              <a:rPr lang="en-US" sz="2400" dirty="0"/>
              <a:t> </a:t>
            </a:r>
            <a:r>
              <a:rPr lang="en-US" sz="2400" dirty="0" err="1"/>
              <a:t>ứng</a:t>
            </a:r>
            <a:r>
              <a:rPr lang="en-US" sz="2400" dirty="0"/>
              <a:t> </a:t>
            </a:r>
            <a:r>
              <a:rPr lang="en-US" sz="2400" dirty="0" err="1"/>
              <a:t>dụng</a:t>
            </a:r>
            <a:r>
              <a:rPr lang="en-US" sz="2400" dirty="0"/>
              <a:t>, </a:t>
            </a:r>
            <a:r>
              <a:rPr lang="en-US" sz="2400" dirty="0" err="1"/>
              <a:t>danh</a:t>
            </a:r>
            <a:r>
              <a:rPr lang="en-US" sz="2400" dirty="0"/>
              <a:t> </a:t>
            </a:r>
            <a:r>
              <a:rPr lang="en-US" sz="2400" dirty="0" err="1"/>
              <a:t>sách</a:t>
            </a:r>
            <a:r>
              <a:rPr lang="en-US" sz="2400" dirty="0"/>
              <a:t> </a:t>
            </a:r>
            <a:r>
              <a:rPr lang="en-US" sz="2400" dirty="0" err="1"/>
              <a:t>các</a:t>
            </a:r>
            <a:r>
              <a:rPr lang="en-US" sz="2400" dirty="0"/>
              <a:t> </a:t>
            </a:r>
            <a:r>
              <a:rPr lang="en-US" sz="2400" dirty="0" err="1"/>
              <a:t>thiết</a:t>
            </a:r>
            <a:r>
              <a:rPr lang="en-US" sz="2400" dirty="0"/>
              <a:t> </a:t>
            </a:r>
            <a:r>
              <a:rPr lang="en-US" sz="2400" dirty="0" err="1"/>
              <a:t>bị</a:t>
            </a:r>
            <a:r>
              <a:rPr lang="en-US" sz="2400" dirty="0"/>
              <a:t> </a:t>
            </a:r>
            <a:r>
              <a:rPr lang="en-US" sz="2400" dirty="0" err="1"/>
              <a:t>và</a:t>
            </a:r>
            <a:r>
              <a:rPr lang="en-US" sz="2400" dirty="0"/>
              <a:t> </a:t>
            </a:r>
            <a:r>
              <a:rPr lang="en-US" sz="2400" dirty="0" err="1"/>
              <a:t>thông</a:t>
            </a:r>
            <a:r>
              <a:rPr lang="en-US" sz="2400" dirty="0"/>
              <a:t> tin </a:t>
            </a:r>
            <a:r>
              <a:rPr lang="en-US" sz="2400" dirty="0" err="1"/>
              <a:t>cấu</a:t>
            </a:r>
            <a:r>
              <a:rPr lang="en-US" sz="2400" dirty="0"/>
              <a:t> </a:t>
            </a:r>
            <a:r>
              <a:rPr lang="en-US" sz="2400" dirty="0" err="1"/>
              <a:t>hình</a:t>
            </a:r>
            <a:r>
              <a:rPr lang="en-US" sz="2400" dirty="0"/>
              <a:t>, </a:t>
            </a:r>
            <a:r>
              <a:rPr lang="en-US" sz="2400" dirty="0" err="1"/>
              <a:t>các</a:t>
            </a:r>
            <a:r>
              <a:rPr lang="en-US" sz="2400" dirty="0"/>
              <a:t> </a:t>
            </a:r>
            <a:r>
              <a:rPr lang="en-US" sz="2400" dirty="0" err="1"/>
              <a:t>vấn</a:t>
            </a:r>
            <a:r>
              <a:rPr lang="en-US" sz="2400" dirty="0"/>
              <a:t> </a:t>
            </a:r>
            <a:r>
              <a:rPr lang="en-US" sz="2400" dirty="0" err="1"/>
              <a:t>đề</a:t>
            </a:r>
            <a:r>
              <a:rPr lang="en-US" sz="2400" dirty="0"/>
              <a:t> </a:t>
            </a:r>
            <a:r>
              <a:rPr lang="en-US" sz="2400" dirty="0" err="1"/>
              <a:t>tồn</a:t>
            </a:r>
            <a:r>
              <a:rPr lang="en-US" sz="2400" dirty="0"/>
              <a:t> </a:t>
            </a:r>
            <a:r>
              <a:rPr lang="en-US" sz="2400" dirty="0" err="1"/>
              <a:t>tại</a:t>
            </a:r>
            <a:r>
              <a:rPr lang="en-US" sz="2400" dirty="0"/>
              <a:t> </a:t>
            </a:r>
            <a:r>
              <a:rPr lang="en-US" sz="2400" dirty="0" err="1"/>
              <a:t>của</a:t>
            </a:r>
            <a:r>
              <a:rPr lang="en-US" sz="2400" dirty="0"/>
              <a:t> </a:t>
            </a:r>
            <a:r>
              <a:rPr lang="en-US" sz="2400" dirty="0" err="1"/>
              <a:t>hệ</a:t>
            </a:r>
            <a:r>
              <a:rPr lang="en-US" sz="2400" dirty="0"/>
              <a:t> </a:t>
            </a:r>
            <a:r>
              <a:rPr lang="en-US" sz="2400" dirty="0" err="1"/>
              <a:t>thống</a:t>
            </a:r>
            <a:r>
              <a:rPr lang="en-US" sz="2400" dirty="0"/>
              <a:t> </a:t>
            </a:r>
            <a:r>
              <a:rPr lang="en-US" sz="2400" dirty="0" err="1"/>
              <a:t>mạng</a:t>
            </a:r>
            <a:r>
              <a:rPr lang="en-US" sz="2400" dirty="0"/>
              <a:t> </a:t>
            </a:r>
            <a:r>
              <a:rPr lang="en-US" sz="2400" dirty="0" err="1"/>
              <a:t>hiện</a:t>
            </a:r>
            <a:r>
              <a:rPr lang="en-US" sz="2400" dirty="0"/>
              <a:t> </a:t>
            </a:r>
            <a:r>
              <a:rPr lang="en-US" sz="2400" dirty="0" err="1"/>
              <a:t>tại</a:t>
            </a:r>
            <a:r>
              <a:rPr lang="en-US" sz="2400" dirty="0"/>
              <a:t>.</a:t>
            </a:r>
          </a:p>
          <a:p>
            <a:pPr marL="457200" lvl="0" indent="-457200">
              <a:buFont typeface="+mj-lt"/>
              <a:buAutoNum type="arabicParenR"/>
            </a:pPr>
            <a:r>
              <a:rPr lang="en-US" sz="2400" b="1" dirty="0" err="1"/>
              <a:t>Thiết</a:t>
            </a:r>
            <a:r>
              <a:rPr lang="en-US" sz="2400" b="1" dirty="0"/>
              <a:t> </a:t>
            </a:r>
            <a:r>
              <a:rPr lang="en-US" sz="2400" b="1" dirty="0" err="1"/>
              <a:t>kế</a:t>
            </a:r>
            <a:endParaRPr lang="en-US" sz="2400" b="1" dirty="0"/>
          </a:p>
          <a:p>
            <a:pPr marL="457200" lvl="0" indent="-457200">
              <a:buFont typeface="+mj-lt"/>
              <a:buAutoNum type="arabicParenR"/>
            </a:pPr>
            <a:r>
              <a:rPr lang="en-US" sz="2400" dirty="0" err="1"/>
              <a:t>Cơ</a:t>
            </a:r>
            <a:r>
              <a:rPr lang="en-US" sz="2400" dirty="0"/>
              <a:t> </a:t>
            </a:r>
            <a:r>
              <a:rPr lang="en-US" sz="2400" dirty="0" err="1"/>
              <a:t>sở</a:t>
            </a:r>
            <a:r>
              <a:rPr lang="en-US" sz="2400" dirty="0"/>
              <a:t> </a:t>
            </a:r>
            <a:r>
              <a:rPr lang="en-US" sz="2400" dirty="0" err="1"/>
              <a:t>lý</a:t>
            </a:r>
            <a:r>
              <a:rPr lang="en-US" sz="2400" dirty="0"/>
              <a:t> </a:t>
            </a:r>
            <a:r>
              <a:rPr lang="en-US" sz="2400" dirty="0" err="1"/>
              <a:t>luận</a:t>
            </a:r>
            <a:r>
              <a:rPr lang="en-US" sz="2400" dirty="0"/>
              <a:t> </a:t>
            </a:r>
            <a:r>
              <a:rPr lang="en-US" sz="2400" dirty="0" err="1"/>
              <a:t>và</a:t>
            </a:r>
            <a:r>
              <a:rPr lang="en-US" sz="2400" dirty="0"/>
              <a:t> </a:t>
            </a:r>
            <a:r>
              <a:rPr lang="en-US" sz="2400" dirty="0" err="1"/>
              <a:t>giải</a:t>
            </a:r>
            <a:r>
              <a:rPr lang="en-US" sz="2400" dirty="0"/>
              <a:t> </a:t>
            </a:r>
            <a:r>
              <a:rPr lang="en-US" sz="2400" dirty="0" err="1"/>
              <a:t>pháp</a:t>
            </a:r>
            <a:endParaRPr lang="en-US" sz="2400" dirty="0"/>
          </a:p>
          <a:p>
            <a:pPr marL="457200" lvl="0" indent="-457200">
              <a:buFont typeface="+mj-lt"/>
              <a:buAutoNum type="arabicParenR"/>
            </a:pPr>
            <a:r>
              <a:rPr lang="en-US" sz="2400" dirty="0" err="1"/>
              <a:t>Kế</a:t>
            </a:r>
            <a:r>
              <a:rPr lang="en-US" sz="2400" dirty="0"/>
              <a:t> </a:t>
            </a:r>
            <a:r>
              <a:rPr lang="en-US" sz="2400" dirty="0" err="1"/>
              <a:t>hoạch</a:t>
            </a:r>
            <a:r>
              <a:rPr lang="en-US" sz="2400" dirty="0"/>
              <a:t> </a:t>
            </a:r>
            <a:r>
              <a:rPr lang="en-US" sz="2400" dirty="0" err="1"/>
              <a:t>triển</a:t>
            </a:r>
            <a:r>
              <a:rPr lang="en-US" sz="2400" dirty="0"/>
              <a:t> </a:t>
            </a:r>
            <a:r>
              <a:rPr lang="en-US" sz="2400" dirty="0" err="1"/>
              <a:t>khai</a:t>
            </a:r>
            <a:endParaRPr lang="en-US" sz="2400" dirty="0"/>
          </a:p>
          <a:p>
            <a:pPr marL="457200" indent="-457200">
              <a:buFont typeface="+mj-lt"/>
              <a:buAutoNum type="arabicParenR"/>
            </a:pPr>
            <a:r>
              <a:rPr lang="en-US" sz="2400" dirty="0" err="1"/>
              <a:t>Phụ</a:t>
            </a:r>
            <a:r>
              <a:rPr lang="en-US" sz="2400" dirty="0"/>
              <a:t> </a:t>
            </a:r>
            <a:r>
              <a:rPr lang="en-US" sz="2400" dirty="0" err="1"/>
              <a:t>lục</a:t>
            </a:r>
            <a:endParaRPr lang="en-US" sz="2400" dirty="0"/>
          </a:p>
        </p:txBody>
      </p:sp>
      <p:sp>
        <p:nvSpPr>
          <p:cNvPr id="4" name="Title 1"/>
          <p:cNvSpPr>
            <a:spLocks noGrp="1"/>
          </p:cNvSpPr>
          <p:nvPr>
            <p:ph type="title"/>
          </p:nvPr>
        </p:nvSpPr>
        <p:spPr>
          <a:xfrm>
            <a:off x="457200" y="152400"/>
            <a:ext cx="8229600" cy="1143000"/>
          </a:xfrm>
        </p:spPr>
        <p:txBody>
          <a:bodyPr/>
          <a:lstStyle/>
          <a:p>
            <a:r>
              <a:rPr lang="en-US" smtClean="0">
                <a:solidFill>
                  <a:schemeClr val="bg1"/>
                </a:solidFill>
              </a:rPr>
              <a:t>Tài liệu thiết kế</a:t>
            </a:r>
            <a:endParaRPr lang="en-US">
              <a:solidFill>
                <a:schemeClr val="bg1"/>
              </a:solidFill>
            </a:endParaRPr>
          </a:p>
        </p:txBody>
      </p:sp>
    </p:spTree>
    <p:extLst>
      <p:ext uri="{BB962C8B-B14F-4D97-AF65-F5344CB8AC3E}">
        <p14:creationId xmlns:p14="http://schemas.microsoft.com/office/powerpoint/2010/main" val="286572653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762000"/>
            <a:ext cx="8915400" cy="541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2"/>
          <p:cNvSpPr txBox="1">
            <a:spLocks noChangeArrowheads="1"/>
          </p:cNvSpPr>
          <p:nvPr/>
        </p:nvSpPr>
        <p:spPr>
          <a:xfrm>
            <a:off x="76200" y="152400"/>
            <a:ext cx="9067800" cy="685800"/>
          </a:xfrm>
          <a:prstGeom prst="rect">
            <a:avLst/>
          </a:prstGeom>
        </p:spPr>
        <p:txBody>
          <a:bodyPr/>
          <a:lstStyle/>
          <a:p>
            <a:pPr algn="ctr">
              <a:defRPr/>
            </a:pPr>
            <a:r>
              <a:rPr lang="en-US" sz="3200" smtClean="0">
                <a:solidFill>
                  <a:schemeClr val="bg1"/>
                </a:solidFill>
              </a:rPr>
              <a:t>Giới thiệu một số mô hình mạng</a:t>
            </a:r>
            <a:endParaRPr lang="en-AU" sz="3200">
              <a:solidFill>
                <a:schemeClr val="bg1"/>
              </a:solidFill>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a:xfrm>
            <a:off x="76200" y="152400"/>
            <a:ext cx="9067800" cy="685800"/>
          </a:xfrm>
          <a:prstGeom prst="rect">
            <a:avLst/>
          </a:prstGeom>
        </p:spPr>
        <p:txBody>
          <a:bodyPr/>
          <a:lstStyle/>
          <a:p>
            <a:pPr algn="ctr">
              <a:defRPr/>
            </a:pPr>
            <a:r>
              <a:rPr lang="en-US" sz="3200" smtClean="0">
                <a:solidFill>
                  <a:schemeClr val="bg1"/>
                </a:solidFill>
              </a:rPr>
              <a:t>Giới thiệu một số mô hình mạng</a:t>
            </a:r>
            <a:endParaRPr lang="en-AU" sz="3200">
              <a:solidFill>
                <a:schemeClr val="bg1"/>
              </a:solidFill>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700" y="700088"/>
            <a:ext cx="7848600" cy="5457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44" y="838199"/>
            <a:ext cx="9067800" cy="5800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2"/>
          <p:cNvSpPr txBox="1">
            <a:spLocks noChangeArrowheads="1"/>
          </p:cNvSpPr>
          <p:nvPr/>
        </p:nvSpPr>
        <p:spPr>
          <a:xfrm>
            <a:off x="76200" y="152400"/>
            <a:ext cx="9067800" cy="685800"/>
          </a:xfrm>
          <a:prstGeom prst="rect">
            <a:avLst/>
          </a:prstGeom>
        </p:spPr>
        <p:txBody>
          <a:bodyPr/>
          <a:lstStyle/>
          <a:p>
            <a:pPr algn="ctr">
              <a:defRPr/>
            </a:pPr>
            <a:r>
              <a:rPr lang="en-US" sz="3200" dirty="0" err="1" smtClean="0">
                <a:solidFill>
                  <a:schemeClr val="bg1"/>
                </a:solidFill>
              </a:rPr>
              <a:t>Giới</a:t>
            </a:r>
            <a:r>
              <a:rPr lang="en-US" sz="3200" dirty="0" smtClean="0">
                <a:solidFill>
                  <a:schemeClr val="bg1"/>
                </a:solidFill>
              </a:rPr>
              <a:t> </a:t>
            </a:r>
            <a:r>
              <a:rPr lang="en-US" sz="3200" dirty="0" err="1" smtClean="0">
                <a:solidFill>
                  <a:schemeClr val="bg1"/>
                </a:solidFill>
              </a:rPr>
              <a:t>thiệu</a:t>
            </a:r>
            <a:r>
              <a:rPr lang="en-US" sz="3200" dirty="0" smtClean="0">
                <a:solidFill>
                  <a:schemeClr val="bg1"/>
                </a:solidFill>
              </a:rPr>
              <a:t> </a:t>
            </a:r>
            <a:r>
              <a:rPr lang="en-US" sz="3200" dirty="0" err="1" smtClean="0">
                <a:solidFill>
                  <a:schemeClr val="bg1"/>
                </a:solidFill>
              </a:rPr>
              <a:t>một</a:t>
            </a:r>
            <a:r>
              <a:rPr lang="en-US" sz="3200" dirty="0" smtClean="0">
                <a:solidFill>
                  <a:schemeClr val="bg1"/>
                </a:solidFill>
              </a:rPr>
              <a:t> </a:t>
            </a:r>
            <a:r>
              <a:rPr lang="en-US" sz="3200" dirty="0" err="1" smtClean="0">
                <a:solidFill>
                  <a:schemeClr val="bg1"/>
                </a:solidFill>
              </a:rPr>
              <a:t>số</a:t>
            </a:r>
            <a:r>
              <a:rPr lang="en-US" sz="3200" dirty="0" smtClean="0">
                <a:solidFill>
                  <a:schemeClr val="bg1"/>
                </a:solidFill>
              </a:rPr>
              <a:t> </a:t>
            </a:r>
            <a:r>
              <a:rPr lang="en-US" sz="3200" dirty="0" err="1" smtClean="0">
                <a:solidFill>
                  <a:schemeClr val="bg1"/>
                </a:solidFill>
              </a:rPr>
              <a:t>mô</a:t>
            </a:r>
            <a:r>
              <a:rPr lang="en-US" sz="3200" dirty="0" smtClean="0">
                <a:solidFill>
                  <a:schemeClr val="bg1"/>
                </a:solidFill>
              </a:rPr>
              <a:t> </a:t>
            </a:r>
            <a:r>
              <a:rPr lang="en-US" sz="3200" dirty="0" err="1" smtClean="0">
                <a:solidFill>
                  <a:schemeClr val="bg1"/>
                </a:solidFill>
              </a:rPr>
              <a:t>hình</a:t>
            </a:r>
            <a:r>
              <a:rPr lang="en-US" sz="3200" dirty="0" smtClean="0">
                <a:solidFill>
                  <a:schemeClr val="bg1"/>
                </a:solidFill>
              </a:rPr>
              <a:t> </a:t>
            </a:r>
            <a:r>
              <a:rPr lang="en-US" sz="3200" dirty="0" err="1" smtClean="0">
                <a:solidFill>
                  <a:schemeClr val="bg1"/>
                </a:solidFill>
              </a:rPr>
              <a:t>mạng</a:t>
            </a:r>
            <a:endParaRPr lang="en-AU" sz="3200" dirty="0">
              <a:solidFill>
                <a:schemeClr val="bg1"/>
              </a:solidFill>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756" y="685800"/>
            <a:ext cx="9067800" cy="609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2"/>
          <p:cNvSpPr txBox="1">
            <a:spLocks noChangeArrowheads="1"/>
          </p:cNvSpPr>
          <p:nvPr/>
        </p:nvSpPr>
        <p:spPr>
          <a:xfrm>
            <a:off x="76200" y="152400"/>
            <a:ext cx="9067800" cy="685800"/>
          </a:xfrm>
          <a:prstGeom prst="rect">
            <a:avLst/>
          </a:prstGeom>
        </p:spPr>
        <p:txBody>
          <a:bodyPr/>
          <a:lstStyle/>
          <a:p>
            <a:pPr algn="ctr">
              <a:defRPr/>
            </a:pPr>
            <a:r>
              <a:rPr lang="en-US" sz="3200" smtClean="0">
                <a:solidFill>
                  <a:schemeClr val="bg1"/>
                </a:solidFill>
              </a:rPr>
              <a:t>Giới thiệu một số mô hình mạng</a:t>
            </a:r>
            <a:endParaRPr lang="en-AU" sz="3200">
              <a:solidFill>
                <a:schemeClr val="bg1"/>
              </a:solidFill>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76200" y="152400"/>
            <a:ext cx="9067800" cy="685800"/>
          </a:xfrm>
          <a:prstGeom prst="rect">
            <a:avLst/>
          </a:prstGeom>
        </p:spPr>
        <p:txBody>
          <a:bodyPr/>
          <a:lstStyle/>
          <a:p>
            <a:pPr algn="ctr">
              <a:defRPr/>
            </a:pPr>
            <a:r>
              <a:rPr lang="en-US" sz="3200" dirty="0" err="1" smtClean="0">
                <a:solidFill>
                  <a:schemeClr val="bg1"/>
                </a:solidFill>
              </a:rPr>
              <a:t>Tóm</a:t>
            </a:r>
            <a:r>
              <a:rPr lang="en-US" sz="3200" dirty="0" smtClean="0">
                <a:solidFill>
                  <a:schemeClr val="bg1"/>
                </a:solidFill>
              </a:rPr>
              <a:t> </a:t>
            </a:r>
            <a:r>
              <a:rPr lang="en-US" sz="3200" dirty="0" err="1" smtClean="0">
                <a:solidFill>
                  <a:schemeClr val="bg1"/>
                </a:solidFill>
              </a:rPr>
              <a:t>lược</a:t>
            </a:r>
            <a:r>
              <a:rPr lang="en-US" sz="3200" dirty="0" smtClean="0">
                <a:solidFill>
                  <a:schemeClr val="bg1"/>
                </a:solidFill>
              </a:rPr>
              <a:t> </a:t>
            </a:r>
            <a:r>
              <a:rPr lang="en-US" sz="3200" dirty="0" err="1" smtClean="0">
                <a:solidFill>
                  <a:schemeClr val="bg1"/>
                </a:solidFill>
              </a:rPr>
              <a:t>những</a:t>
            </a:r>
            <a:r>
              <a:rPr lang="en-US" sz="3200" dirty="0" smtClean="0">
                <a:solidFill>
                  <a:schemeClr val="bg1"/>
                </a:solidFill>
              </a:rPr>
              <a:t> </a:t>
            </a:r>
            <a:r>
              <a:rPr lang="en-US" sz="3200" dirty="0" err="1" smtClean="0">
                <a:solidFill>
                  <a:schemeClr val="bg1"/>
                </a:solidFill>
              </a:rPr>
              <a:t>đặc</a:t>
            </a:r>
            <a:r>
              <a:rPr lang="en-US" sz="3200" dirty="0" smtClean="0">
                <a:solidFill>
                  <a:schemeClr val="bg1"/>
                </a:solidFill>
              </a:rPr>
              <a:t> </a:t>
            </a:r>
            <a:r>
              <a:rPr lang="en-US" sz="3200" dirty="0" err="1" smtClean="0">
                <a:solidFill>
                  <a:schemeClr val="bg1"/>
                </a:solidFill>
              </a:rPr>
              <a:t>điểm</a:t>
            </a:r>
            <a:r>
              <a:rPr lang="en-US" sz="3200" dirty="0" smtClean="0">
                <a:solidFill>
                  <a:schemeClr val="bg1"/>
                </a:solidFill>
              </a:rPr>
              <a:t> </a:t>
            </a:r>
            <a:r>
              <a:rPr lang="en-US" sz="3200" dirty="0" err="1" smtClean="0">
                <a:solidFill>
                  <a:schemeClr val="bg1"/>
                </a:solidFill>
              </a:rPr>
              <a:t>cần</a:t>
            </a:r>
            <a:r>
              <a:rPr lang="en-US" sz="3200" dirty="0" smtClean="0">
                <a:solidFill>
                  <a:schemeClr val="bg1"/>
                </a:solidFill>
              </a:rPr>
              <a:t> </a:t>
            </a:r>
            <a:r>
              <a:rPr lang="en-US" sz="3200" dirty="0" err="1" smtClean="0">
                <a:solidFill>
                  <a:schemeClr val="bg1"/>
                </a:solidFill>
              </a:rPr>
              <a:t>lưu</a:t>
            </a:r>
            <a:r>
              <a:rPr lang="en-US" sz="3200" dirty="0" smtClean="0">
                <a:solidFill>
                  <a:schemeClr val="bg1"/>
                </a:solidFill>
              </a:rPr>
              <a:t> ý</a:t>
            </a:r>
            <a:endParaRPr lang="en-AU" sz="3200" dirty="0">
              <a:solidFill>
                <a:schemeClr val="bg1"/>
              </a:solidFill>
            </a:endParaRPr>
          </a:p>
        </p:txBody>
      </p:sp>
      <p:sp>
        <p:nvSpPr>
          <p:cNvPr id="3" name="Rectangle 10"/>
          <p:cNvSpPr txBox="1">
            <a:spLocks noChangeArrowheads="1"/>
          </p:cNvSpPr>
          <p:nvPr/>
        </p:nvSpPr>
        <p:spPr bwMode="auto">
          <a:xfrm>
            <a:off x="304800" y="1219200"/>
            <a:ext cx="8610600" cy="45720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95263" indent="-195263" algn="l" rtl="0" eaLnBrk="0" fontAlgn="base" hangingPunct="0">
              <a:spcBef>
                <a:spcPct val="25000"/>
              </a:spcBef>
              <a:spcAft>
                <a:spcPct val="0"/>
              </a:spcAft>
              <a:buBlip>
                <a:blip r:embed="rId2"/>
              </a:buBlip>
              <a:defRPr sz="3000">
                <a:solidFill>
                  <a:schemeClr val="tx1"/>
                </a:solidFill>
                <a:latin typeface="+mn-lt"/>
                <a:ea typeface="+mn-ea"/>
                <a:cs typeface="+mn-cs"/>
              </a:defRPr>
            </a:lvl1pPr>
            <a:lvl2pPr marL="576263" indent="-190500" algn="l" rtl="0" eaLnBrk="0" fontAlgn="base" hangingPunct="0">
              <a:spcBef>
                <a:spcPct val="25000"/>
              </a:spcBef>
              <a:spcAft>
                <a:spcPct val="0"/>
              </a:spcAft>
              <a:buBlip>
                <a:blip r:embed="rId2"/>
              </a:buBlip>
              <a:defRPr sz="2600">
                <a:solidFill>
                  <a:schemeClr val="tx1"/>
                </a:solidFill>
                <a:latin typeface="+mn-lt"/>
                <a:ea typeface="+mn-ea"/>
              </a:defRPr>
            </a:lvl2pPr>
            <a:lvl3pPr marL="957263" indent="-190500" algn="l" rtl="0" eaLnBrk="0" fontAlgn="base" hangingPunct="0">
              <a:spcBef>
                <a:spcPct val="25000"/>
              </a:spcBef>
              <a:spcAft>
                <a:spcPct val="0"/>
              </a:spcAft>
              <a:buBlip>
                <a:blip r:embed="rId2"/>
              </a:buBlip>
              <a:defRPr sz="2400">
                <a:solidFill>
                  <a:schemeClr val="tx1"/>
                </a:solidFill>
                <a:latin typeface="+mn-lt"/>
                <a:ea typeface="+mn-ea"/>
              </a:defRPr>
            </a:lvl3pPr>
            <a:lvl4pPr marL="1338263" indent="-190500" algn="l" rtl="0" eaLnBrk="0" fontAlgn="base" hangingPunct="0">
              <a:spcBef>
                <a:spcPct val="25000"/>
              </a:spcBef>
              <a:spcAft>
                <a:spcPct val="0"/>
              </a:spcAft>
              <a:buBlip>
                <a:blip r:embed="rId2"/>
              </a:buBlip>
              <a:defRPr sz="1600">
                <a:solidFill>
                  <a:schemeClr val="tx1"/>
                </a:solidFill>
                <a:latin typeface="+mn-lt"/>
                <a:ea typeface="+mn-ea"/>
              </a:defRPr>
            </a:lvl4pPr>
            <a:lvl5pPr marL="1719263" indent="-190500" algn="l" rtl="0" eaLnBrk="0" fontAlgn="base" hangingPunct="0">
              <a:spcBef>
                <a:spcPct val="25000"/>
              </a:spcBef>
              <a:spcAft>
                <a:spcPct val="0"/>
              </a:spcAft>
              <a:buBlip>
                <a:blip r:embed="rId2"/>
              </a:buBlip>
              <a:defRPr sz="1400">
                <a:solidFill>
                  <a:schemeClr val="tx1"/>
                </a:solidFill>
                <a:latin typeface="+mn-lt"/>
                <a:ea typeface="+mn-ea"/>
              </a:defRPr>
            </a:lvl5pPr>
            <a:lvl6pPr marL="2438400" indent="-228600" algn="l" rtl="0" fontAlgn="base">
              <a:spcBef>
                <a:spcPct val="20000"/>
              </a:spcBef>
              <a:spcAft>
                <a:spcPct val="0"/>
              </a:spcAft>
              <a:buBlip>
                <a:blip r:embed="rId2"/>
              </a:buBlip>
              <a:defRPr sz="1200">
                <a:solidFill>
                  <a:schemeClr val="tx1"/>
                </a:solidFill>
                <a:latin typeface="+mn-lt"/>
                <a:ea typeface="+mn-ea"/>
              </a:defRPr>
            </a:lvl6pPr>
            <a:lvl7pPr marL="2895600" indent="-228600" algn="l" rtl="0" fontAlgn="base">
              <a:spcBef>
                <a:spcPct val="20000"/>
              </a:spcBef>
              <a:spcAft>
                <a:spcPct val="0"/>
              </a:spcAft>
              <a:buBlip>
                <a:blip r:embed="rId2"/>
              </a:buBlip>
              <a:defRPr sz="1200">
                <a:solidFill>
                  <a:schemeClr val="tx1"/>
                </a:solidFill>
                <a:latin typeface="+mn-lt"/>
                <a:ea typeface="+mn-ea"/>
              </a:defRPr>
            </a:lvl7pPr>
            <a:lvl8pPr marL="3352800" indent="-228600" algn="l" rtl="0" fontAlgn="base">
              <a:spcBef>
                <a:spcPct val="20000"/>
              </a:spcBef>
              <a:spcAft>
                <a:spcPct val="0"/>
              </a:spcAft>
              <a:buBlip>
                <a:blip r:embed="rId2"/>
              </a:buBlip>
              <a:defRPr sz="1200">
                <a:solidFill>
                  <a:schemeClr val="tx1"/>
                </a:solidFill>
                <a:latin typeface="+mn-lt"/>
                <a:ea typeface="+mn-ea"/>
              </a:defRPr>
            </a:lvl8pPr>
            <a:lvl9pPr marL="3810000" indent="-228600" algn="l" rtl="0" fontAlgn="base">
              <a:spcBef>
                <a:spcPct val="20000"/>
              </a:spcBef>
              <a:spcAft>
                <a:spcPct val="0"/>
              </a:spcAft>
              <a:buBlip>
                <a:blip r:embed="rId2"/>
              </a:buBlip>
              <a:defRPr sz="1200">
                <a:solidFill>
                  <a:schemeClr val="tx1"/>
                </a:solidFill>
                <a:latin typeface="+mn-lt"/>
                <a:ea typeface="+mn-ea"/>
              </a:defRPr>
            </a:lvl9pPr>
          </a:lstStyle>
          <a:p>
            <a:pPr marL="400050" indent="-400050">
              <a:lnSpc>
                <a:spcPct val="150000"/>
              </a:lnSpc>
              <a:buFont typeface="Wingdings" pitchFamily="2" charset="2"/>
              <a:buChar char="§"/>
            </a:pPr>
            <a:r>
              <a:rPr lang="en-US" sz="2400" b="0" dirty="0" err="1" smtClean="0"/>
              <a:t>Xác</a:t>
            </a:r>
            <a:r>
              <a:rPr lang="en-US" sz="2400" b="0" dirty="0" smtClean="0"/>
              <a:t> </a:t>
            </a:r>
            <a:r>
              <a:rPr lang="en-US" sz="2400" b="0" dirty="0" err="1" smtClean="0"/>
              <a:t>định</a:t>
            </a:r>
            <a:r>
              <a:rPr lang="en-US" sz="2400" b="0" dirty="0" smtClean="0"/>
              <a:t> </a:t>
            </a:r>
            <a:r>
              <a:rPr lang="en-US" sz="2400" b="0" dirty="0" err="1" smtClean="0"/>
              <a:t>yêu</a:t>
            </a:r>
            <a:r>
              <a:rPr lang="en-US" sz="2400" b="0" dirty="0" smtClean="0"/>
              <a:t> </a:t>
            </a:r>
            <a:r>
              <a:rPr lang="en-US" sz="2400" b="0" dirty="0" err="1" smtClean="0"/>
              <a:t>cầu</a:t>
            </a:r>
            <a:r>
              <a:rPr lang="en-US" sz="2400" b="0" dirty="0" smtClean="0"/>
              <a:t> </a:t>
            </a:r>
            <a:r>
              <a:rPr lang="en-US" sz="2400" b="0" dirty="0" err="1" smtClean="0"/>
              <a:t>của</a:t>
            </a:r>
            <a:r>
              <a:rPr lang="en-US" sz="2400" b="0" dirty="0" smtClean="0"/>
              <a:t> </a:t>
            </a:r>
            <a:r>
              <a:rPr lang="en-US" sz="2400" b="0" dirty="0" err="1" smtClean="0"/>
              <a:t>khách</a:t>
            </a:r>
            <a:r>
              <a:rPr lang="en-US" sz="2400" b="0" dirty="0" smtClean="0"/>
              <a:t> </a:t>
            </a:r>
            <a:r>
              <a:rPr lang="en-US" sz="2400" b="0" dirty="0" err="1" smtClean="0"/>
              <a:t>hàng</a:t>
            </a:r>
            <a:r>
              <a:rPr lang="en-US" sz="2400" b="0" dirty="0" smtClean="0"/>
              <a:t> chi </a:t>
            </a:r>
            <a:r>
              <a:rPr lang="en-US" sz="2400" b="0" dirty="0" err="1" smtClean="0"/>
              <a:t>tiết</a:t>
            </a:r>
            <a:r>
              <a:rPr lang="en-US" sz="2400" b="0" dirty="0" smtClean="0"/>
              <a:t>, </a:t>
            </a:r>
            <a:r>
              <a:rPr lang="en-US" sz="2400" b="0" dirty="0" err="1" smtClean="0"/>
              <a:t>rõ</a:t>
            </a:r>
            <a:r>
              <a:rPr lang="en-US" sz="2400" b="0" dirty="0" smtClean="0"/>
              <a:t> </a:t>
            </a:r>
            <a:r>
              <a:rPr lang="en-US" sz="2400" b="0" dirty="0" err="1" smtClean="0"/>
              <a:t>ràng</a:t>
            </a:r>
            <a:endParaRPr lang="en-US" sz="2400" b="0" dirty="0" smtClean="0"/>
          </a:p>
          <a:p>
            <a:pPr marL="400050" indent="-400050">
              <a:lnSpc>
                <a:spcPct val="150000"/>
              </a:lnSpc>
              <a:buFont typeface="Wingdings" pitchFamily="2" charset="2"/>
              <a:buChar char="§"/>
            </a:pPr>
            <a:r>
              <a:rPr lang="en-US" sz="2400" b="0" dirty="0" err="1" smtClean="0"/>
              <a:t>Xây</a:t>
            </a:r>
            <a:r>
              <a:rPr lang="en-US" sz="2400" b="0" dirty="0" smtClean="0"/>
              <a:t> </a:t>
            </a:r>
            <a:r>
              <a:rPr lang="en-US" sz="2400" b="0" dirty="0" err="1" smtClean="0"/>
              <a:t>dựng</a:t>
            </a:r>
            <a:r>
              <a:rPr lang="en-US" sz="2400" b="0" dirty="0" smtClean="0"/>
              <a:t> </a:t>
            </a:r>
            <a:r>
              <a:rPr lang="en-US" sz="2400" b="0" dirty="0" err="1" smtClean="0"/>
              <a:t>giải</a:t>
            </a:r>
            <a:r>
              <a:rPr lang="en-US" sz="2400" b="0" dirty="0" smtClean="0"/>
              <a:t> </a:t>
            </a:r>
            <a:r>
              <a:rPr lang="en-US" sz="2400" b="0" dirty="0" err="1" smtClean="0"/>
              <a:t>pháp</a:t>
            </a:r>
            <a:r>
              <a:rPr lang="en-US" sz="2400" b="0" dirty="0" smtClean="0"/>
              <a:t> </a:t>
            </a:r>
            <a:r>
              <a:rPr lang="en-US" sz="2400" b="0" dirty="0" err="1" smtClean="0"/>
              <a:t>hợp</a:t>
            </a:r>
            <a:r>
              <a:rPr lang="en-US" sz="2400" b="0" dirty="0" smtClean="0"/>
              <a:t> </a:t>
            </a:r>
            <a:r>
              <a:rPr lang="en-US" sz="2400" b="0" dirty="0" err="1" smtClean="0"/>
              <a:t>lý</a:t>
            </a:r>
            <a:r>
              <a:rPr lang="en-US" sz="2400" b="0" dirty="0" smtClean="0"/>
              <a:t> </a:t>
            </a:r>
          </a:p>
          <a:p>
            <a:pPr marL="400050" indent="-400050">
              <a:lnSpc>
                <a:spcPct val="150000"/>
              </a:lnSpc>
              <a:buFont typeface="Wingdings" pitchFamily="2" charset="2"/>
              <a:buChar char="§"/>
            </a:pPr>
            <a:r>
              <a:rPr lang="en-US" sz="2400" b="0" dirty="0" err="1" smtClean="0"/>
              <a:t>Các</a:t>
            </a:r>
            <a:r>
              <a:rPr lang="en-US" sz="2400" b="0" dirty="0" smtClean="0"/>
              <a:t> </a:t>
            </a:r>
            <a:r>
              <a:rPr lang="en-US" sz="2400" b="0" dirty="0" err="1" smtClean="0"/>
              <a:t>thiết</a:t>
            </a:r>
            <a:r>
              <a:rPr lang="en-US" sz="2400" b="0" dirty="0" smtClean="0"/>
              <a:t> </a:t>
            </a:r>
            <a:r>
              <a:rPr lang="en-US" sz="2400" b="0" dirty="0" err="1" smtClean="0"/>
              <a:t>bị</a:t>
            </a:r>
            <a:r>
              <a:rPr lang="en-US" sz="2400" b="0" dirty="0" smtClean="0"/>
              <a:t> </a:t>
            </a:r>
            <a:r>
              <a:rPr lang="en-US" sz="2400" b="0" dirty="0" err="1" smtClean="0"/>
              <a:t>đáp</a:t>
            </a:r>
            <a:r>
              <a:rPr lang="en-US" sz="2400" b="0" dirty="0" smtClean="0"/>
              <a:t> </a:t>
            </a:r>
            <a:r>
              <a:rPr lang="en-US" sz="2400" b="0" dirty="0" err="1" smtClean="0"/>
              <a:t>ứng</a:t>
            </a:r>
            <a:r>
              <a:rPr lang="en-US" sz="2400" b="0" dirty="0" smtClean="0"/>
              <a:t> </a:t>
            </a:r>
            <a:r>
              <a:rPr lang="en-US" sz="2400" b="0" dirty="0" err="1" smtClean="0"/>
              <a:t>cho</a:t>
            </a:r>
            <a:r>
              <a:rPr lang="en-US" sz="2400" b="0" dirty="0" smtClean="0"/>
              <a:t> </a:t>
            </a:r>
            <a:r>
              <a:rPr lang="en-US" sz="2400" b="0" dirty="0" err="1" smtClean="0"/>
              <a:t>giải</a:t>
            </a:r>
            <a:r>
              <a:rPr lang="en-US" sz="2400" b="0" dirty="0" smtClean="0"/>
              <a:t> </a:t>
            </a:r>
            <a:r>
              <a:rPr lang="en-US" sz="2400" b="0" dirty="0" err="1" smtClean="0"/>
              <a:t>pháp</a:t>
            </a:r>
            <a:endParaRPr lang="en-US" sz="2400" b="0" dirty="0" smtClean="0"/>
          </a:p>
          <a:p>
            <a:pPr marL="400050" indent="-400050">
              <a:lnSpc>
                <a:spcPct val="150000"/>
              </a:lnSpc>
              <a:buFont typeface="Wingdings" pitchFamily="2" charset="2"/>
              <a:buChar char="§"/>
            </a:pPr>
            <a:r>
              <a:rPr lang="en-US" sz="2400" b="0" dirty="0" err="1" smtClean="0"/>
              <a:t>Kế</a:t>
            </a:r>
            <a:r>
              <a:rPr lang="en-US" sz="2400" b="0" dirty="0" smtClean="0"/>
              <a:t> </a:t>
            </a:r>
            <a:r>
              <a:rPr lang="en-US" sz="2400" b="0" dirty="0" err="1" smtClean="0"/>
              <a:t>hoạch</a:t>
            </a:r>
            <a:r>
              <a:rPr lang="en-US" sz="2400" b="0" dirty="0" smtClean="0"/>
              <a:t> </a:t>
            </a:r>
            <a:r>
              <a:rPr lang="en-US" sz="2400" b="0" dirty="0" err="1" smtClean="0"/>
              <a:t>thời</a:t>
            </a:r>
            <a:r>
              <a:rPr lang="en-US" sz="2400" b="0" dirty="0" smtClean="0"/>
              <a:t> </a:t>
            </a:r>
            <a:r>
              <a:rPr lang="en-US" sz="2400" b="0" dirty="0" err="1" smtClean="0"/>
              <a:t>gian</a:t>
            </a:r>
            <a:endParaRPr lang="en-US" sz="2400" b="0" dirty="0" smtClean="0"/>
          </a:p>
          <a:p>
            <a:pPr marL="400050" indent="-400050">
              <a:lnSpc>
                <a:spcPct val="150000"/>
              </a:lnSpc>
              <a:buFont typeface="Wingdings" pitchFamily="2" charset="2"/>
              <a:buChar char="§"/>
            </a:pPr>
            <a:r>
              <a:rPr lang="en-US" sz="2400" b="0" dirty="0" err="1" smtClean="0"/>
              <a:t>Nguồn</a:t>
            </a:r>
            <a:r>
              <a:rPr lang="en-US" sz="2400" b="0" dirty="0" smtClean="0"/>
              <a:t> </a:t>
            </a:r>
            <a:r>
              <a:rPr lang="en-US" sz="2400" b="0" dirty="0" err="1" smtClean="0"/>
              <a:t>nhân</a:t>
            </a:r>
            <a:r>
              <a:rPr lang="en-US" sz="2400" b="0" dirty="0" smtClean="0"/>
              <a:t> </a:t>
            </a:r>
            <a:r>
              <a:rPr lang="en-US" sz="2400" b="0" dirty="0" err="1" smtClean="0"/>
              <a:t>lực</a:t>
            </a:r>
            <a:endParaRPr lang="en-US" sz="2400" b="0" dirty="0" smtClean="0"/>
          </a:p>
          <a:p>
            <a:pPr marL="400050" indent="-400050">
              <a:lnSpc>
                <a:spcPct val="150000"/>
              </a:lnSpc>
              <a:buFont typeface="Wingdings" pitchFamily="2" charset="2"/>
              <a:buChar char="§"/>
            </a:pPr>
            <a:r>
              <a:rPr lang="en-US" sz="2400" b="0" dirty="0" err="1" smtClean="0"/>
              <a:t>Các</a:t>
            </a:r>
            <a:r>
              <a:rPr lang="en-US" sz="2400" b="0" dirty="0" smtClean="0"/>
              <a:t> </a:t>
            </a:r>
            <a:r>
              <a:rPr lang="en-US" sz="2400" b="0" dirty="0" err="1" smtClean="0"/>
              <a:t>giải</a:t>
            </a:r>
            <a:r>
              <a:rPr lang="en-US" sz="2400" b="0" dirty="0" smtClean="0"/>
              <a:t> </a:t>
            </a:r>
            <a:r>
              <a:rPr lang="en-US" sz="2400" b="0" dirty="0" err="1" smtClean="0"/>
              <a:t>pháp</a:t>
            </a:r>
            <a:r>
              <a:rPr lang="en-US" sz="2400" b="0" dirty="0" smtClean="0"/>
              <a:t> </a:t>
            </a:r>
            <a:r>
              <a:rPr lang="en-US" sz="2400" b="0" dirty="0" err="1" smtClean="0"/>
              <a:t>rủi</a:t>
            </a:r>
            <a:r>
              <a:rPr lang="en-US" sz="2400" b="0" dirty="0" smtClean="0"/>
              <a:t> </a:t>
            </a:r>
            <a:r>
              <a:rPr lang="en-US" sz="2400" b="0" dirty="0" err="1" smtClean="0"/>
              <a:t>ro</a:t>
            </a:r>
            <a:endParaRPr lang="en-US" sz="2400" b="0" dirty="0" smtClean="0"/>
          </a:p>
          <a:p>
            <a:pPr marL="400050" indent="-400050">
              <a:lnSpc>
                <a:spcPct val="150000"/>
              </a:lnSpc>
              <a:buFontTx/>
              <a:buAutoNum type="romanUcPeriod"/>
            </a:pPr>
            <a:endParaRPr lang="en-AU" sz="2400" dirty="0" smtClean="0"/>
          </a:p>
        </p:txBody>
      </p:sp>
    </p:spTree>
    <p:extLst>
      <p:ext uri="{BB962C8B-B14F-4D97-AF65-F5344CB8AC3E}">
        <p14:creationId xmlns:p14="http://schemas.microsoft.com/office/powerpoint/2010/main" val="31948277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76200" y="152400"/>
            <a:ext cx="9067800" cy="685800"/>
          </a:xfrm>
          <a:prstGeom prst="rect">
            <a:avLst/>
          </a:prstGeom>
        </p:spPr>
        <p:txBody>
          <a:bodyPr/>
          <a:lstStyle/>
          <a:p>
            <a:pPr algn="ctr">
              <a:defRPr/>
            </a:pPr>
            <a:r>
              <a:rPr lang="en-US" sz="3200" dirty="0" err="1" smtClean="0">
                <a:solidFill>
                  <a:schemeClr val="bg1"/>
                </a:solidFill>
              </a:rPr>
              <a:t>Các</a:t>
            </a:r>
            <a:r>
              <a:rPr lang="en-US" sz="3200" dirty="0" smtClean="0">
                <a:solidFill>
                  <a:schemeClr val="bg1"/>
                </a:solidFill>
              </a:rPr>
              <a:t> </a:t>
            </a:r>
            <a:r>
              <a:rPr lang="en-US" sz="3200" dirty="0" err="1" smtClean="0">
                <a:solidFill>
                  <a:schemeClr val="bg1"/>
                </a:solidFill>
              </a:rPr>
              <a:t>công</a:t>
            </a:r>
            <a:r>
              <a:rPr lang="en-US" sz="3200" dirty="0" smtClean="0">
                <a:solidFill>
                  <a:schemeClr val="bg1"/>
                </a:solidFill>
              </a:rPr>
              <a:t> </a:t>
            </a:r>
            <a:r>
              <a:rPr lang="en-US" sz="3200" dirty="0" err="1" smtClean="0">
                <a:solidFill>
                  <a:schemeClr val="bg1"/>
                </a:solidFill>
              </a:rPr>
              <a:t>cụ</a:t>
            </a:r>
            <a:r>
              <a:rPr lang="en-US" sz="3200" dirty="0" smtClean="0">
                <a:solidFill>
                  <a:schemeClr val="bg1"/>
                </a:solidFill>
              </a:rPr>
              <a:t> </a:t>
            </a:r>
            <a:r>
              <a:rPr lang="en-US" sz="3200" dirty="0" err="1" smtClean="0">
                <a:solidFill>
                  <a:schemeClr val="bg1"/>
                </a:solidFill>
              </a:rPr>
              <a:t>hỗ</a:t>
            </a:r>
            <a:r>
              <a:rPr lang="en-US" sz="3200" dirty="0" smtClean="0">
                <a:solidFill>
                  <a:schemeClr val="bg1"/>
                </a:solidFill>
              </a:rPr>
              <a:t> </a:t>
            </a:r>
            <a:r>
              <a:rPr lang="en-US" sz="3200" dirty="0" err="1" smtClean="0">
                <a:solidFill>
                  <a:schemeClr val="bg1"/>
                </a:solidFill>
              </a:rPr>
              <a:t>trợ</a:t>
            </a:r>
            <a:endParaRPr lang="en-AU" sz="3200" dirty="0">
              <a:solidFill>
                <a:schemeClr val="bg1"/>
              </a:solidFill>
            </a:endParaRPr>
          </a:p>
        </p:txBody>
      </p:sp>
      <p:sp>
        <p:nvSpPr>
          <p:cNvPr id="3" name="Rectangle 10"/>
          <p:cNvSpPr txBox="1">
            <a:spLocks noChangeArrowheads="1"/>
          </p:cNvSpPr>
          <p:nvPr/>
        </p:nvSpPr>
        <p:spPr bwMode="auto">
          <a:xfrm>
            <a:off x="304800" y="1219200"/>
            <a:ext cx="8610600" cy="45720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95263" indent="-195263" algn="l" rtl="0" eaLnBrk="0" fontAlgn="base" hangingPunct="0">
              <a:spcBef>
                <a:spcPct val="25000"/>
              </a:spcBef>
              <a:spcAft>
                <a:spcPct val="0"/>
              </a:spcAft>
              <a:buBlip>
                <a:blip r:embed="rId2"/>
              </a:buBlip>
              <a:defRPr sz="3000">
                <a:solidFill>
                  <a:schemeClr val="tx1"/>
                </a:solidFill>
                <a:latin typeface="+mn-lt"/>
                <a:ea typeface="+mn-ea"/>
                <a:cs typeface="+mn-cs"/>
              </a:defRPr>
            </a:lvl1pPr>
            <a:lvl2pPr marL="576263" indent="-190500" algn="l" rtl="0" eaLnBrk="0" fontAlgn="base" hangingPunct="0">
              <a:spcBef>
                <a:spcPct val="25000"/>
              </a:spcBef>
              <a:spcAft>
                <a:spcPct val="0"/>
              </a:spcAft>
              <a:buBlip>
                <a:blip r:embed="rId2"/>
              </a:buBlip>
              <a:defRPr sz="2600">
                <a:solidFill>
                  <a:schemeClr val="tx1"/>
                </a:solidFill>
                <a:latin typeface="+mn-lt"/>
                <a:ea typeface="+mn-ea"/>
              </a:defRPr>
            </a:lvl2pPr>
            <a:lvl3pPr marL="957263" indent="-190500" algn="l" rtl="0" eaLnBrk="0" fontAlgn="base" hangingPunct="0">
              <a:spcBef>
                <a:spcPct val="25000"/>
              </a:spcBef>
              <a:spcAft>
                <a:spcPct val="0"/>
              </a:spcAft>
              <a:buBlip>
                <a:blip r:embed="rId2"/>
              </a:buBlip>
              <a:defRPr sz="2400">
                <a:solidFill>
                  <a:schemeClr val="tx1"/>
                </a:solidFill>
                <a:latin typeface="+mn-lt"/>
                <a:ea typeface="+mn-ea"/>
              </a:defRPr>
            </a:lvl3pPr>
            <a:lvl4pPr marL="1338263" indent="-190500" algn="l" rtl="0" eaLnBrk="0" fontAlgn="base" hangingPunct="0">
              <a:spcBef>
                <a:spcPct val="25000"/>
              </a:spcBef>
              <a:spcAft>
                <a:spcPct val="0"/>
              </a:spcAft>
              <a:buBlip>
                <a:blip r:embed="rId2"/>
              </a:buBlip>
              <a:defRPr sz="1600">
                <a:solidFill>
                  <a:schemeClr val="tx1"/>
                </a:solidFill>
                <a:latin typeface="+mn-lt"/>
                <a:ea typeface="+mn-ea"/>
              </a:defRPr>
            </a:lvl4pPr>
            <a:lvl5pPr marL="1719263" indent="-190500" algn="l" rtl="0" eaLnBrk="0" fontAlgn="base" hangingPunct="0">
              <a:spcBef>
                <a:spcPct val="25000"/>
              </a:spcBef>
              <a:spcAft>
                <a:spcPct val="0"/>
              </a:spcAft>
              <a:buBlip>
                <a:blip r:embed="rId2"/>
              </a:buBlip>
              <a:defRPr sz="1400">
                <a:solidFill>
                  <a:schemeClr val="tx1"/>
                </a:solidFill>
                <a:latin typeface="+mn-lt"/>
                <a:ea typeface="+mn-ea"/>
              </a:defRPr>
            </a:lvl5pPr>
            <a:lvl6pPr marL="2438400" indent="-228600" algn="l" rtl="0" fontAlgn="base">
              <a:spcBef>
                <a:spcPct val="20000"/>
              </a:spcBef>
              <a:spcAft>
                <a:spcPct val="0"/>
              </a:spcAft>
              <a:buBlip>
                <a:blip r:embed="rId2"/>
              </a:buBlip>
              <a:defRPr sz="1200">
                <a:solidFill>
                  <a:schemeClr val="tx1"/>
                </a:solidFill>
                <a:latin typeface="+mn-lt"/>
                <a:ea typeface="+mn-ea"/>
              </a:defRPr>
            </a:lvl6pPr>
            <a:lvl7pPr marL="2895600" indent="-228600" algn="l" rtl="0" fontAlgn="base">
              <a:spcBef>
                <a:spcPct val="20000"/>
              </a:spcBef>
              <a:spcAft>
                <a:spcPct val="0"/>
              </a:spcAft>
              <a:buBlip>
                <a:blip r:embed="rId2"/>
              </a:buBlip>
              <a:defRPr sz="1200">
                <a:solidFill>
                  <a:schemeClr val="tx1"/>
                </a:solidFill>
                <a:latin typeface="+mn-lt"/>
                <a:ea typeface="+mn-ea"/>
              </a:defRPr>
            </a:lvl7pPr>
            <a:lvl8pPr marL="3352800" indent="-228600" algn="l" rtl="0" fontAlgn="base">
              <a:spcBef>
                <a:spcPct val="20000"/>
              </a:spcBef>
              <a:spcAft>
                <a:spcPct val="0"/>
              </a:spcAft>
              <a:buBlip>
                <a:blip r:embed="rId2"/>
              </a:buBlip>
              <a:defRPr sz="1200">
                <a:solidFill>
                  <a:schemeClr val="tx1"/>
                </a:solidFill>
                <a:latin typeface="+mn-lt"/>
                <a:ea typeface="+mn-ea"/>
              </a:defRPr>
            </a:lvl8pPr>
            <a:lvl9pPr marL="3810000" indent="-228600" algn="l" rtl="0" fontAlgn="base">
              <a:spcBef>
                <a:spcPct val="20000"/>
              </a:spcBef>
              <a:spcAft>
                <a:spcPct val="0"/>
              </a:spcAft>
              <a:buBlip>
                <a:blip r:embed="rId2"/>
              </a:buBlip>
              <a:defRPr sz="1200">
                <a:solidFill>
                  <a:schemeClr val="tx1"/>
                </a:solidFill>
                <a:latin typeface="+mn-lt"/>
                <a:ea typeface="+mn-ea"/>
              </a:defRPr>
            </a:lvl9pPr>
          </a:lstStyle>
          <a:p>
            <a:pPr marL="400050" indent="-400050">
              <a:lnSpc>
                <a:spcPct val="150000"/>
              </a:lnSpc>
              <a:buFont typeface="Wingdings" pitchFamily="2" charset="2"/>
              <a:buChar char="§"/>
            </a:pPr>
            <a:r>
              <a:rPr lang="en-US" sz="2400" dirty="0" err="1" smtClean="0"/>
              <a:t>Khách</a:t>
            </a:r>
            <a:r>
              <a:rPr lang="en-US" sz="2400" dirty="0" smtClean="0"/>
              <a:t> </a:t>
            </a:r>
            <a:r>
              <a:rPr lang="en-US" sz="2400" dirty="0" err="1" smtClean="0"/>
              <a:t>hàng</a:t>
            </a:r>
            <a:endParaRPr lang="en-US" sz="2400" dirty="0" smtClean="0"/>
          </a:p>
          <a:p>
            <a:pPr marL="400050" indent="-400050">
              <a:lnSpc>
                <a:spcPct val="150000"/>
              </a:lnSpc>
              <a:buFont typeface="Wingdings" pitchFamily="2" charset="2"/>
              <a:buChar char="§"/>
            </a:pPr>
            <a:r>
              <a:rPr lang="en-US" sz="2400" dirty="0" err="1" smtClean="0"/>
              <a:t>Trình</a:t>
            </a:r>
            <a:r>
              <a:rPr lang="en-US" sz="2400" dirty="0" smtClean="0"/>
              <a:t> </a:t>
            </a:r>
            <a:r>
              <a:rPr lang="en-US" sz="2400" dirty="0" err="1" smtClean="0"/>
              <a:t>độ</a:t>
            </a:r>
            <a:r>
              <a:rPr lang="en-US" sz="2400" dirty="0" smtClean="0"/>
              <a:t> </a:t>
            </a:r>
            <a:r>
              <a:rPr lang="en-US" sz="2400" dirty="0" err="1" smtClean="0"/>
              <a:t>kỹ</a:t>
            </a:r>
            <a:r>
              <a:rPr lang="en-US" sz="2400" dirty="0" smtClean="0"/>
              <a:t> </a:t>
            </a:r>
            <a:r>
              <a:rPr lang="en-US" sz="2400" dirty="0" err="1" smtClean="0"/>
              <a:t>thuật</a:t>
            </a:r>
            <a:r>
              <a:rPr lang="en-US" sz="2400" dirty="0" smtClean="0"/>
              <a:t> – </a:t>
            </a:r>
            <a:r>
              <a:rPr lang="en-US" sz="2400" dirty="0" err="1" smtClean="0"/>
              <a:t>công</a:t>
            </a:r>
            <a:r>
              <a:rPr lang="en-US" sz="2400" dirty="0" smtClean="0"/>
              <a:t> </a:t>
            </a:r>
            <a:r>
              <a:rPr lang="en-US" sz="2400" dirty="0" err="1" smtClean="0"/>
              <a:t>nghệ</a:t>
            </a:r>
            <a:endParaRPr lang="en-US" sz="2400" dirty="0" smtClean="0"/>
          </a:p>
          <a:p>
            <a:pPr marL="400050" indent="-400050">
              <a:lnSpc>
                <a:spcPct val="150000"/>
              </a:lnSpc>
              <a:buFont typeface="Wingdings" pitchFamily="2" charset="2"/>
              <a:buChar char="§"/>
            </a:pPr>
            <a:r>
              <a:rPr lang="en-US" sz="2400" dirty="0" err="1" smtClean="0"/>
              <a:t>Các</a:t>
            </a:r>
            <a:r>
              <a:rPr lang="en-US" sz="2400" dirty="0" smtClean="0"/>
              <a:t> </a:t>
            </a:r>
            <a:r>
              <a:rPr lang="en-US" sz="2400" dirty="0" err="1" smtClean="0"/>
              <a:t>phần</a:t>
            </a:r>
            <a:r>
              <a:rPr lang="en-US" sz="2400" dirty="0" smtClean="0"/>
              <a:t> </a:t>
            </a:r>
            <a:r>
              <a:rPr lang="en-US" sz="2400" dirty="0" err="1" smtClean="0"/>
              <a:t>mềm</a:t>
            </a:r>
            <a:endParaRPr lang="en-US" sz="2400" dirty="0" smtClean="0"/>
          </a:p>
          <a:p>
            <a:pPr marL="400050" indent="-400050">
              <a:lnSpc>
                <a:spcPct val="150000"/>
              </a:lnSpc>
              <a:buFont typeface="Wingdings" pitchFamily="2" charset="2"/>
              <a:buChar char="§"/>
            </a:pPr>
            <a:r>
              <a:rPr lang="en-US" sz="2400" dirty="0" err="1" smtClean="0"/>
              <a:t>Các</a:t>
            </a:r>
            <a:r>
              <a:rPr lang="en-US" sz="2400" dirty="0" smtClean="0"/>
              <a:t> </a:t>
            </a:r>
            <a:r>
              <a:rPr lang="en-US" sz="2400" dirty="0" err="1" smtClean="0"/>
              <a:t>tiêu</a:t>
            </a:r>
            <a:r>
              <a:rPr lang="en-US" sz="2400" dirty="0" smtClean="0"/>
              <a:t> </a:t>
            </a:r>
            <a:r>
              <a:rPr lang="en-US" sz="2400" dirty="0" err="1" smtClean="0"/>
              <a:t>chuẩn</a:t>
            </a:r>
            <a:r>
              <a:rPr lang="en-US" sz="2400" dirty="0" smtClean="0"/>
              <a:t> </a:t>
            </a:r>
            <a:r>
              <a:rPr lang="en-US" sz="2400" dirty="0" err="1" smtClean="0"/>
              <a:t>đánh</a:t>
            </a:r>
            <a:r>
              <a:rPr lang="en-US" sz="2400" dirty="0" smtClean="0"/>
              <a:t> </a:t>
            </a:r>
            <a:r>
              <a:rPr lang="en-US" sz="2400" dirty="0" err="1" smtClean="0"/>
              <a:t>giá</a:t>
            </a:r>
            <a:endParaRPr lang="en-US" sz="2400" dirty="0" smtClean="0"/>
          </a:p>
          <a:p>
            <a:pPr marL="400050" indent="-400050">
              <a:lnSpc>
                <a:spcPct val="150000"/>
              </a:lnSpc>
              <a:buFontTx/>
              <a:buAutoNum type="romanUcPeriod"/>
            </a:pPr>
            <a:endParaRPr lang="en-AU" sz="2400" dirty="0" smtClean="0"/>
          </a:p>
        </p:txBody>
      </p:sp>
    </p:spTree>
    <p:extLst>
      <p:ext uri="{BB962C8B-B14F-4D97-AF65-F5344CB8AC3E}">
        <p14:creationId xmlns:p14="http://schemas.microsoft.com/office/powerpoint/2010/main" val="176749648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76200" y="152400"/>
            <a:ext cx="9067800" cy="685800"/>
          </a:xfrm>
          <a:prstGeom prst="rect">
            <a:avLst/>
          </a:prstGeom>
        </p:spPr>
        <p:txBody>
          <a:bodyPr/>
          <a:lstStyle/>
          <a:p>
            <a:pPr algn="ctr">
              <a:defRPr/>
            </a:pPr>
            <a:r>
              <a:rPr lang="en-US" sz="3200" dirty="0" err="1" smtClean="0">
                <a:solidFill>
                  <a:schemeClr val="bg1"/>
                </a:solidFill>
              </a:rPr>
              <a:t>Nhắc</a:t>
            </a:r>
            <a:r>
              <a:rPr lang="en-US" sz="3200" dirty="0" smtClean="0">
                <a:solidFill>
                  <a:schemeClr val="bg1"/>
                </a:solidFill>
              </a:rPr>
              <a:t> </a:t>
            </a:r>
            <a:r>
              <a:rPr lang="en-US" sz="3200" dirty="0" err="1" smtClean="0">
                <a:solidFill>
                  <a:schemeClr val="bg1"/>
                </a:solidFill>
              </a:rPr>
              <a:t>lại</a:t>
            </a:r>
            <a:r>
              <a:rPr lang="en-US" sz="3200" dirty="0" smtClean="0">
                <a:solidFill>
                  <a:schemeClr val="bg1"/>
                </a:solidFill>
              </a:rPr>
              <a:t>: </a:t>
            </a:r>
            <a:r>
              <a:rPr lang="en-US" sz="3200" dirty="0" err="1" smtClean="0">
                <a:solidFill>
                  <a:schemeClr val="bg1"/>
                </a:solidFill>
              </a:rPr>
              <a:t>sơ</a:t>
            </a:r>
            <a:r>
              <a:rPr lang="en-US" sz="3200" dirty="0" smtClean="0">
                <a:solidFill>
                  <a:schemeClr val="bg1"/>
                </a:solidFill>
              </a:rPr>
              <a:t> </a:t>
            </a:r>
            <a:r>
              <a:rPr lang="en-US" sz="3200" dirty="0" err="1" smtClean="0">
                <a:solidFill>
                  <a:schemeClr val="bg1"/>
                </a:solidFill>
              </a:rPr>
              <a:t>đồ</a:t>
            </a:r>
            <a:r>
              <a:rPr lang="en-US" sz="3200" dirty="0" smtClean="0">
                <a:solidFill>
                  <a:schemeClr val="bg1"/>
                </a:solidFill>
              </a:rPr>
              <a:t> </a:t>
            </a:r>
            <a:r>
              <a:rPr lang="en-US" sz="3200" dirty="0" err="1" smtClean="0">
                <a:solidFill>
                  <a:schemeClr val="bg1"/>
                </a:solidFill>
              </a:rPr>
              <a:t>mạng</a:t>
            </a:r>
            <a:endParaRPr lang="en-AU" sz="3200" dirty="0">
              <a:solidFill>
                <a:schemeClr val="bg1"/>
              </a:solidFill>
            </a:endParaRPr>
          </a:p>
        </p:txBody>
      </p:sp>
      <p:sp>
        <p:nvSpPr>
          <p:cNvPr id="3" name="Rectangle 10"/>
          <p:cNvSpPr txBox="1">
            <a:spLocks noChangeArrowheads="1"/>
          </p:cNvSpPr>
          <p:nvPr/>
        </p:nvSpPr>
        <p:spPr bwMode="auto">
          <a:xfrm>
            <a:off x="304800" y="1219200"/>
            <a:ext cx="8610600" cy="45720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95263" indent="-195263" algn="l" rtl="0" eaLnBrk="0" fontAlgn="base" hangingPunct="0">
              <a:spcBef>
                <a:spcPct val="25000"/>
              </a:spcBef>
              <a:spcAft>
                <a:spcPct val="0"/>
              </a:spcAft>
              <a:buBlip>
                <a:blip r:embed="rId2"/>
              </a:buBlip>
              <a:defRPr sz="3000">
                <a:solidFill>
                  <a:schemeClr val="tx1"/>
                </a:solidFill>
                <a:latin typeface="+mn-lt"/>
                <a:ea typeface="+mn-ea"/>
                <a:cs typeface="+mn-cs"/>
              </a:defRPr>
            </a:lvl1pPr>
            <a:lvl2pPr marL="576263" indent="-190500" algn="l" rtl="0" eaLnBrk="0" fontAlgn="base" hangingPunct="0">
              <a:spcBef>
                <a:spcPct val="25000"/>
              </a:spcBef>
              <a:spcAft>
                <a:spcPct val="0"/>
              </a:spcAft>
              <a:buBlip>
                <a:blip r:embed="rId2"/>
              </a:buBlip>
              <a:defRPr sz="2600">
                <a:solidFill>
                  <a:schemeClr val="tx1"/>
                </a:solidFill>
                <a:latin typeface="+mn-lt"/>
                <a:ea typeface="+mn-ea"/>
              </a:defRPr>
            </a:lvl2pPr>
            <a:lvl3pPr marL="957263" indent="-190500" algn="l" rtl="0" eaLnBrk="0" fontAlgn="base" hangingPunct="0">
              <a:spcBef>
                <a:spcPct val="25000"/>
              </a:spcBef>
              <a:spcAft>
                <a:spcPct val="0"/>
              </a:spcAft>
              <a:buBlip>
                <a:blip r:embed="rId2"/>
              </a:buBlip>
              <a:defRPr sz="2400">
                <a:solidFill>
                  <a:schemeClr val="tx1"/>
                </a:solidFill>
                <a:latin typeface="+mn-lt"/>
                <a:ea typeface="+mn-ea"/>
              </a:defRPr>
            </a:lvl3pPr>
            <a:lvl4pPr marL="1338263" indent="-190500" algn="l" rtl="0" eaLnBrk="0" fontAlgn="base" hangingPunct="0">
              <a:spcBef>
                <a:spcPct val="25000"/>
              </a:spcBef>
              <a:spcAft>
                <a:spcPct val="0"/>
              </a:spcAft>
              <a:buBlip>
                <a:blip r:embed="rId2"/>
              </a:buBlip>
              <a:defRPr sz="1600">
                <a:solidFill>
                  <a:schemeClr val="tx1"/>
                </a:solidFill>
                <a:latin typeface="+mn-lt"/>
                <a:ea typeface="+mn-ea"/>
              </a:defRPr>
            </a:lvl4pPr>
            <a:lvl5pPr marL="1719263" indent="-190500" algn="l" rtl="0" eaLnBrk="0" fontAlgn="base" hangingPunct="0">
              <a:spcBef>
                <a:spcPct val="25000"/>
              </a:spcBef>
              <a:spcAft>
                <a:spcPct val="0"/>
              </a:spcAft>
              <a:buBlip>
                <a:blip r:embed="rId2"/>
              </a:buBlip>
              <a:defRPr sz="1400">
                <a:solidFill>
                  <a:schemeClr val="tx1"/>
                </a:solidFill>
                <a:latin typeface="+mn-lt"/>
                <a:ea typeface="+mn-ea"/>
              </a:defRPr>
            </a:lvl5pPr>
            <a:lvl6pPr marL="2438400" indent="-228600" algn="l" rtl="0" fontAlgn="base">
              <a:spcBef>
                <a:spcPct val="20000"/>
              </a:spcBef>
              <a:spcAft>
                <a:spcPct val="0"/>
              </a:spcAft>
              <a:buBlip>
                <a:blip r:embed="rId2"/>
              </a:buBlip>
              <a:defRPr sz="1200">
                <a:solidFill>
                  <a:schemeClr val="tx1"/>
                </a:solidFill>
                <a:latin typeface="+mn-lt"/>
                <a:ea typeface="+mn-ea"/>
              </a:defRPr>
            </a:lvl6pPr>
            <a:lvl7pPr marL="2895600" indent="-228600" algn="l" rtl="0" fontAlgn="base">
              <a:spcBef>
                <a:spcPct val="20000"/>
              </a:spcBef>
              <a:spcAft>
                <a:spcPct val="0"/>
              </a:spcAft>
              <a:buBlip>
                <a:blip r:embed="rId2"/>
              </a:buBlip>
              <a:defRPr sz="1200">
                <a:solidFill>
                  <a:schemeClr val="tx1"/>
                </a:solidFill>
                <a:latin typeface="+mn-lt"/>
                <a:ea typeface="+mn-ea"/>
              </a:defRPr>
            </a:lvl7pPr>
            <a:lvl8pPr marL="3352800" indent="-228600" algn="l" rtl="0" fontAlgn="base">
              <a:spcBef>
                <a:spcPct val="20000"/>
              </a:spcBef>
              <a:spcAft>
                <a:spcPct val="0"/>
              </a:spcAft>
              <a:buBlip>
                <a:blip r:embed="rId2"/>
              </a:buBlip>
              <a:defRPr sz="1200">
                <a:solidFill>
                  <a:schemeClr val="tx1"/>
                </a:solidFill>
                <a:latin typeface="+mn-lt"/>
                <a:ea typeface="+mn-ea"/>
              </a:defRPr>
            </a:lvl8pPr>
            <a:lvl9pPr marL="3810000" indent="-228600" algn="l" rtl="0" fontAlgn="base">
              <a:spcBef>
                <a:spcPct val="20000"/>
              </a:spcBef>
              <a:spcAft>
                <a:spcPct val="0"/>
              </a:spcAft>
              <a:buBlip>
                <a:blip r:embed="rId2"/>
              </a:buBlip>
              <a:defRPr sz="1200">
                <a:solidFill>
                  <a:schemeClr val="tx1"/>
                </a:solidFill>
                <a:latin typeface="+mn-lt"/>
                <a:ea typeface="+mn-ea"/>
              </a:defRPr>
            </a:lvl9pPr>
          </a:lstStyle>
          <a:p>
            <a:pPr marL="400050" indent="-400050">
              <a:lnSpc>
                <a:spcPct val="150000"/>
              </a:lnSpc>
              <a:buFont typeface="Wingdings" pitchFamily="2" charset="2"/>
              <a:buChar char="§"/>
            </a:pPr>
            <a:r>
              <a:rPr lang="en-US" sz="2400" dirty="0" err="1" smtClean="0"/>
              <a:t>Sơ</a:t>
            </a:r>
            <a:r>
              <a:rPr lang="en-US" sz="2400" dirty="0" smtClean="0"/>
              <a:t> </a:t>
            </a:r>
            <a:r>
              <a:rPr lang="en-US" sz="2400" dirty="0" err="1" smtClean="0"/>
              <a:t>đồ</a:t>
            </a:r>
            <a:r>
              <a:rPr lang="en-US" sz="2400" dirty="0" smtClean="0"/>
              <a:t> logic</a:t>
            </a:r>
          </a:p>
          <a:p>
            <a:pPr marL="400050" indent="-400050">
              <a:lnSpc>
                <a:spcPct val="150000"/>
              </a:lnSpc>
              <a:buFont typeface="Wingdings" pitchFamily="2" charset="2"/>
              <a:buChar char="§"/>
            </a:pPr>
            <a:r>
              <a:rPr lang="en-US" sz="2400" dirty="0" err="1" smtClean="0"/>
              <a:t>Sơ</a:t>
            </a:r>
            <a:r>
              <a:rPr lang="en-US" sz="2400" dirty="0" smtClean="0"/>
              <a:t> </a:t>
            </a:r>
            <a:r>
              <a:rPr lang="en-US" sz="2400" dirty="0" err="1" smtClean="0"/>
              <a:t>đồ</a:t>
            </a:r>
            <a:r>
              <a:rPr lang="en-US" sz="2400" dirty="0" smtClean="0"/>
              <a:t> </a:t>
            </a:r>
            <a:r>
              <a:rPr lang="en-US" sz="2400" dirty="0" err="1" smtClean="0"/>
              <a:t>vật</a:t>
            </a:r>
            <a:r>
              <a:rPr lang="en-US" sz="2400" dirty="0" smtClean="0"/>
              <a:t> </a:t>
            </a:r>
            <a:r>
              <a:rPr lang="en-US" sz="2400" dirty="0" err="1" smtClean="0"/>
              <a:t>lý</a:t>
            </a:r>
            <a:endParaRPr lang="en-US" sz="2400" dirty="0" smtClean="0"/>
          </a:p>
          <a:p>
            <a:pPr marL="400050" indent="-400050">
              <a:lnSpc>
                <a:spcPct val="150000"/>
              </a:lnSpc>
              <a:buFontTx/>
              <a:buAutoNum type="romanUcPeriod"/>
            </a:pPr>
            <a:endParaRPr lang="en-AU" sz="2400" dirty="0" smtClean="0"/>
          </a:p>
        </p:txBody>
      </p:sp>
    </p:spTree>
    <p:extLst>
      <p:ext uri="{BB962C8B-B14F-4D97-AF65-F5344CB8AC3E}">
        <p14:creationId xmlns:p14="http://schemas.microsoft.com/office/powerpoint/2010/main" val="343619028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76200" y="152400"/>
            <a:ext cx="9067800" cy="685800"/>
          </a:xfrm>
          <a:prstGeom prst="rect">
            <a:avLst/>
          </a:prstGeom>
        </p:spPr>
        <p:txBody>
          <a:bodyPr/>
          <a:lstStyle/>
          <a:p>
            <a:pPr algn="ctr">
              <a:defRPr/>
            </a:pPr>
            <a:r>
              <a:rPr lang="en-US" sz="3200" dirty="0" err="1" smtClean="0">
                <a:solidFill>
                  <a:schemeClr val="bg1"/>
                </a:solidFill>
              </a:rPr>
              <a:t>Xây</a:t>
            </a:r>
            <a:r>
              <a:rPr lang="en-US" sz="3200" dirty="0" smtClean="0">
                <a:solidFill>
                  <a:schemeClr val="bg1"/>
                </a:solidFill>
              </a:rPr>
              <a:t> </a:t>
            </a:r>
            <a:r>
              <a:rPr lang="en-US" sz="3200" dirty="0" err="1" smtClean="0">
                <a:solidFill>
                  <a:schemeClr val="bg1"/>
                </a:solidFill>
              </a:rPr>
              <a:t>dựng</a:t>
            </a:r>
            <a:r>
              <a:rPr lang="en-US" sz="3200" dirty="0" smtClean="0">
                <a:solidFill>
                  <a:schemeClr val="bg1"/>
                </a:solidFill>
              </a:rPr>
              <a:t> </a:t>
            </a:r>
            <a:r>
              <a:rPr lang="en-US" sz="3200" dirty="0" err="1" smtClean="0">
                <a:solidFill>
                  <a:schemeClr val="bg1"/>
                </a:solidFill>
              </a:rPr>
              <a:t>hồ</a:t>
            </a:r>
            <a:r>
              <a:rPr lang="en-US" sz="3200" dirty="0" smtClean="0">
                <a:solidFill>
                  <a:schemeClr val="bg1"/>
                </a:solidFill>
              </a:rPr>
              <a:t> </a:t>
            </a:r>
            <a:r>
              <a:rPr lang="en-US" sz="3200" dirty="0" err="1" smtClean="0">
                <a:solidFill>
                  <a:schemeClr val="bg1"/>
                </a:solidFill>
              </a:rPr>
              <a:t>sơ</a:t>
            </a:r>
            <a:r>
              <a:rPr lang="en-US" sz="3200" dirty="0" smtClean="0">
                <a:solidFill>
                  <a:schemeClr val="bg1"/>
                </a:solidFill>
              </a:rPr>
              <a:t> </a:t>
            </a:r>
            <a:r>
              <a:rPr lang="en-US" sz="3200" dirty="0" err="1" smtClean="0">
                <a:solidFill>
                  <a:schemeClr val="bg1"/>
                </a:solidFill>
              </a:rPr>
              <a:t>thiết</a:t>
            </a:r>
            <a:r>
              <a:rPr lang="en-US" sz="3200" dirty="0" smtClean="0">
                <a:solidFill>
                  <a:schemeClr val="bg1"/>
                </a:solidFill>
              </a:rPr>
              <a:t> </a:t>
            </a:r>
            <a:r>
              <a:rPr lang="en-US" sz="3200" dirty="0" err="1" smtClean="0">
                <a:solidFill>
                  <a:schemeClr val="bg1"/>
                </a:solidFill>
              </a:rPr>
              <a:t>kế</a:t>
            </a:r>
            <a:endParaRPr lang="en-AU" sz="3200" dirty="0">
              <a:solidFill>
                <a:schemeClr val="bg1"/>
              </a:solidFill>
            </a:endParaRPr>
          </a:p>
        </p:txBody>
      </p:sp>
      <p:sp>
        <p:nvSpPr>
          <p:cNvPr id="3" name="Rectangle 10"/>
          <p:cNvSpPr txBox="1">
            <a:spLocks noChangeArrowheads="1"/>
          </p:cNvSpPr>
          <p:nvPr/>
        </p:nvSpPr>
        <p:spPr bwMode="auto">
          <a:xfrm>
            <a:off x="304800" y="1219200"/>
            <a:ext cx="8610600" cy="45720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95263" indent="-195263" algn="l" rtl="0" eaLnBrk="0" fontAlgn="base" hangingPunct="0">
              <a:spcBef>
                <a:spcPct val="25000"/>
              </a:spcBef>
              <a:spcAft>
                <a:spcPct val="0"/>
              </a:spcAft>
              <a:buBlip>
                <a:blip r:embed="rId2"/>
              </a:buBlip>
              <a:defRPr sz="3000">
                <a:solidFill>
                  <a:schemeClr val="tx1"/>
                </a:solidFill>
                <a:latin typeface="+mn-lt"/>
                <a:ea typeface="+mn-ea"/>
                <a:cs typeface="+mn-cs"/>
              </a:defRPr>
            </a:lvl1pPr>
            <a:lvl2pPr marL="576263" indent="-190500" algn="l" rtl="0" eaLnBrk="0" fontAlgn="base" hangingPunct="0">
              <a:spcBef>
                <a:spcPct val="25000"/>
              </a:spcBef>
              <a:spcAft>
                <a:spcPct val="0"/>
              </a:spcAft>
              <a:buBlip>
                <a:blip r:embed="rId2"/>
              </a:buBlip>
              <a:defRPr sz="2600">
                <a:solidFill>
                  <a:schemeClr val="tx1"/>
                </a:solidFill>
                <a:latin typeface="+mn-lt"/>
                <a:ea typeface="+mn-ea"/>
              </a:defRPr>
            </a:lvl2pPr>
            <a:lvl3pPr marL="957263" indent="-190500" algn="l" rtl="0" eaLnBrk="0" fontAlgn="base" hangingPunct="0">
              <a:spcBef>
                <a:spcPct val="25000"/>
              </a:spcBef>
              <a:spcAft>
                <a:spcPct val="0"/>
              </a:spcAft>
              <a:buBlip>
                <a:blip r:embed="rId2"/>
              </a:buBlip>
              <a:defRPr sz="2400">
                <a:solidFill>
                  <a:schemeClr val="tx1"/>
                </a:solidFill>
                <a:latin typeface="+mn-lt"/>
                <a:ea typeface="+mn-ea"/>
              </a:defRPr>
            </a:lvl3pPr>
            <a:lvl4pPr marL="1338263" indent="-190500" algn="l" rtl="0" eaLnBrk="0" fontAlgn="base" hangingPunct="0">
              <a:spcBef>
                <a:spcPct val="25000"/>
              </a:spcBef>
              <a:spcAft>
                <a:spcPct val="0"/>
              </a:spcAft>
              <a:buBlip>
                <a:blip r:embed="rId2"/>
              </a:buBlip>
              <a:defRPr sz="1600">
                <a:solidFill>
                  <a:schemeClr val="tx1"/>
                </a:solidFill>
                <a:latin typeface="+mn-lt"/>
                <a:ea typeface="+mn-ea"/>
              </a:defRPr>
            </a:lvl4pPr>
            <a:lvl5pPr marL="1719263" indent="-190500" algn="l" rtl="0" eaLnBrk="0" fontAlgn="base" hangingPunct="0">
              <a:spcBef>
                <a:spcPct val="25000"/>
              </a:spcBef>
              <a:spcAft>
                <a:spcPct val="0"/>
              </a:spcAft>
              <a:buBlip>
                <a:blip r:embed="rId2"/>
              </a:buBlip>
              <a:defRPr sz="1400">
                <a:solidFill>
                  <a:schemeClr val="tx1"/>
                </a:solidFill>
                <a:latin typeface="+mn-lt"/>
                <a:ea typeface="+mn-ea"/>
              </a:defRPr>
            </a:lvl5pPr>
            <a:lvl6pPr marL="2438400" indent="-228600" algn="l" rtl="0" fontAlgn="base">
              <a:spcBef>
                <a:spcPct val="20000"/>
              </a:spcBef>
              <a:spcAft>
                <a:spcPct val="0"/>
              </a:spcAft>
              <a:buBlip>
                <a:blip r:embed="rId2"/>
              </a:buBlip>
              <a:defRPr sz="1200">
                <a:solidFill>
                  <a:schemeClr val="tx1"/>
                </a:solidFill>
                <a:latin typeface="+mn-lt"/>
                <a:ea typeface="+mn-ea"/>
              </a:defRPr>
            </a:lvl6pPr>
            <a:lvl7pPr marL="2895600" indent="-228600" algn="l" rtl="0" fontAlgn="base">
              <a:spcBef>
                <a:spcPct val="20000"/>
              </a:spcBef>
              <a:spcAft>
                <a:spcPct val="0"/>
              </a:spcAft>
              <a:buBlip>
                <a:blip r:embed="rId2"/>
              </a:buBlip>
              <a:defRPr sz="1200">
                <a:solidFill>
                  <a:schemeClr val="tx1"/>
                </a:solidFill>
                <a:latin typeface="+mn-lt"/>
                <a:ea typeface="+mn-ea"/>
              </a:defRPr>
            </a:lvl7pPr>
            <a:lvl8pPr marL="3352800" indent="-228600" algn="l" rtl="0" fontAlgn="base">
              <a:spcBef>
                <a:spcPct val="20000"/>
              </a:spcBef>
              <a:spcAft>
                <a:spcPct val="0"/>
              </a:spcAft>
              <a:buBlip>
                <a:blip r:embed="rId2"/>
              </a:buBlip>
              <a:defRPr sz="1200">
                <a:solidFill>
                  <a:schemeClr val="tx1"/>
                </a:solidFill>
                <a:latin typeface="+mn-lt"/>
                <a:ea typeface="+mn-ea"/>
              </a:defRPr>
            </a:lvl8pPr>
            <a:lvl9pPr marL="3810000" indent="-228600" algn="l" rtl="0" fontAlgn="base">
              <a:spcBef>
                <a:spcPct val="20000"/>
              </a:spcBef>
              <a:spcAft>
                <a:spcPct val="0"/>
              </a:spcAft>
              <a:buBlip>
                <a:blip r:embed="rId2"/>
              </a:buBlip>
              <a:defRPr sz="1200">
                <a:solidFill>
                  <a:schemeClr val="tx1"/>
                </a:solidFill>
                <a:latin typeface="+mn-lt"/>
                <a:ea typeface="+mn-ea"/>
              </a:defRPr>
            </a:lvl9pPr>
          </a:lstStyle>
          <a:p>
            <a:pPr marL="400050" indent="-400050">
              <a:lnSpc>
                <a:spcPct val="150000"/>
              </a:lnSpc>
              <a:buFont typeface="Wingdings" pitchFamily="2" charset="2"/>
              <a:buChar char="§"/>
            </a:pPr>
            <a:r>
              <a:rPr lang="en-US" sz="2400" dirty="0" err="1" smtClean="0"/>
              <a:t>Khảo</a:t>
            </a:r>
            <a:r>
              <a:rPr lang="en-US" sz="2400" dirty="0" smtClean="0"/>
              <a:t> </a:t>
            </a:r>
            <a:r>
              <a:rPr lang="en-US" sz="2400" dirty="0" err="1" smtClean="0"/>
              <a:t>sát</a:t>
            </a:r>
            <a:r>
              <a:rPr lang="en-US" sz="2400" dirty="0" smtClean="0"/>
              <a:t> </a:t>
            </a:r>
            <a:r>
              <a:rPr lang="en-US" sz="2400" dirty="0" err="1" smtClean="0"/>
              <a:t>và</a:t>
            </a:r>
            <a:r>
              <a:rPr lang="en-US" sz="2400" dirty="0" smtClean="0"/>
              <a:t> </a:t>
            </a:r>
            <a:r>
              <a:rPr lang="en-US" sz="2400" dirty="0" err="1" smtClean="0"/>
              <a:t>phân</a:t>
            </a:r>
            <a:r>
              <a:rPr lang="en-US" sz="2400" dirty="0" smtClean="0"/>
              <a:t> </a:t>
            </a:r>
            <a:r>
              <a:rPr lang="en-US" sz="2400" dirty="0" err="1" smtClean="0"/>
              <a:t>tích</a:t>
            </a:r>
            <a:r>
              <a:rPr lang="en-US" sz="2400" dirty="0" smtClean="0"/>
              <a:t> </a:t>
            </a:r>
            <a:r>
              <a:rPr lang="en-US" sz="2400" dirty="0" err="1" smtClean="0"/>
              <a:t>hiện</a:t>
            </a:r>
            <a:r>
              <a:rPr lang="en-US" sz="2400" dirty="0" smtClean="0"/>
              <a:t> </a:t>
            </a:r>
            <a:r>
              <a:rPr lang="en-US" sz="2400" dirty="0" err="1" smtClean="0"/>
              <a:t>trạng</a:t>
            </a:r>
            <a:endParaRPr lang="en-US" sz="2400" dirty="0" smtClean="0"/>
          </a:p>
          <a:p>
            <a:pPr marL="400050" indent="-400050">
              <a:lnSpc>
                <a:spcPct val="150000"/>
              </a:lnSpc>
              <a:buFont typeface="Wingdings" pitchFamily="2" charset="2"/>
              <a:buChar char="§"/>
            </a:pPr>
            <a:r>
              <a:rPr lang="en-US" sz="2400" dirty="0" err="1" smtClean="0"/>
              <a:t>Đề</a:t>
            </a:r>
            <a:r>
              <a:rPr lang="en-US" sz="2400" dirty="0" smtClean="0"/>
              <a:t> </a:t>
            </a:r>
            <a:r>
              <a:rPr lang="en-US" sz="2400" dirty="0" err="1" smtClean="0"/>
              <a:t>xuất</a:t>
            </a:r>
            <a:r>
              <a:rPr lang="en-US" sz="2400" dirty="0" smtClean="0"/>
              <a:t> </a:t>
            </a:r>
            <a:r>
              <a:rPr lang="en-US" sz="2400" dirty="0" err="1" smtClean="0"/>
              <a:t>giải</a:t>
            </a:r>
            <a:r>
              <a:rPr lang="en-US" sz="2400" dirty="0" smtClean="0"/>
              <a:t> </a:t>
            </a:r>
            <a:r>
              <a:rPr lang="en-US" sz="2400" dirty="0" err="1" smtClean="0"/>
              <a:t>pháp</a:t>
            </a:r>
            <a:endParaRPr lang="en-US" sz="2400" dirty="0" smtClean="0"/>
          </a:p>
          <a:p>
            <a:pPr marL="400050" indent="-400050">
              <a:lnSpc>
                <a:spcPct val="150000"/>
              </a:lnSpc>
              <a:buFont typeface="Wingdings" pitchFamily="2" charset="2"/>
              <a:buChar char="§"/>
            </a:pPr>
            <a:r>
              <a:rPr lang="en-US" sz="2400" dirty="0" err="1" smtClean="0"/>
              <a:t>Chứng</a:t>
            </a:r>
            <a:r>
              <a:rPr lang="en-US" sz="2400" dirty="0" smtClean="0"/>
              <a:t> minh </a:t>
            </a:r>
            <a:r>
              <a:rPr lang="en-US" sz="2400" dirty="0" err="1" smtClean="0"/>
              <a:t>giải</a:t>
            </a:r>
            <a:r>
              <a:rPr lang="en-US" sz="2400" dirty="0" smtClean="0"/>
              <a:t> </a:t>
            </a:r>
            <a:r>
              <a:rPr lang="en-US" sz="2400" dirty="0" err="1" smtClean="0"/>
              <a:t>pháp</a:t>
            </a:r>
            <a:endParaRPr lang="en-US" sz="2400" dirty="0" smtClean="0"/>
          </a:p>
          <a:p>
            <a:pPr marL="400050" indent="-400050">
              <a:lnSpc>
                <a:spcPct val="150000"/>
              </a:lnSpc>
              <a:buFont typeface="Wingdings" pitchFamily="2" charset="2"/>
              <a:buChar char="§"/>
            </a:pPr>
            <a:r>
              <a:rPr lang="en-US" sz="2400" dirty="0" err="1" smtClean="0"/>
              <a:t>Danh</a:t>
            </a:r>
            <a:r>
              <a:rPr lang="en-US" sz="2400" dirty="0" smtClean="0"/>
              <a:t> </a:t>
            </a:r>
            <a:r>
              <a:rPr lang="en-US" sz="2400" dirty="0" err="1" smtClean="0"/>
              <a:t>mục</a:t>
            </a:r>
            <a:r>
              <a:rPr lang="en-US" sz="2400" dirty="0" smtClean="0"/>
              <a:t> </a:t>
            </a:r>
            <a:r>
              <a:rPr lang="en-US" sz="2400" dirty="0" err="1" smtClean="0"/>
              <a:t>thiết</a:t>
            </a:r>
            <a:r>
              <a:rPr lang="en-US" sz="2400" dirty="0" smtClean="0"/>
              <a:t> </a:t>
            </a:r>
            <a:r>
              <a:rPr lang="en-US" sz="2400" dirty="0" err="1" smtClean="0"/>
              <a:t>bị</a:t>
            </a:r>
            <a:endParaRPr lang="en-US" sz="2400" dirty="0" smtClean="0"/>
          </a:p>
          <a:p>
            <a:pPr marL="400050" indent="-400050">
              <a:lnSpc>
                <a:spcPct val="150000"/>
              </a:lnSpc>
              <a:buFont typeface="Wingdings" pitchFamily="2" charset="2"/>
              <a:buChar char="§"/>
            </a:pPr>
            <a:r>
              <a:rPr lang="en-US" sz="2400" dirty="0" err="1" smtClean="0"/>
              <a:t>Tiến</a:t>
            </a:r>
            <a:r>
              <a:rPr lang="en-US" sz="2400" dirty="0" smtClean="0"/>
              <a:t> </a:t>
            </a:r>
            <a:r>
              <a:rPr lang="en-US" sz="2400" dirty="0" err="1" smtClean="0"/>
              <a:t>độ</a:t>
            </a:r>
            <a:r>
              <a:rPr lang="en-US" sz="2400" dirty="0" smtClean="0"/>
              <a:t> </a:t>
            </a:r>
            <a:r>
              <a:rPr lang="en-US" sz="2400" dirty="0" err="1" smtClean="0"/>
              <a:t>thực</a:t>
            </a:r>
            <a:r>
              <a:rPr lang="en-US" sz="2400" dirty="0" smtClean="0"/>
              <a:t> </a:t>
            </a:r>
            <a:r>
              <a:rPr lang="en-US" sz="2400" dirty="0" err="1" smtClean="0"/>
              <a:t>hiện</a:t>
            </a:r>
            <a:endParaRPr lang="en-US" sz="2400" dirty="0" smtClean="0"/>
          </a:p>
          <a:p>
            <a:pPr marL="400050" indent="-400050">
              <a:lnSpc>
                <a:spcPct val="150000"/>
              </a:lnSpc>
              <a:buFont typeface="Wingdings" pitchFamily="2" charset="2"/>
              <a:buChar char="§"/>
            </a:pPr>
            <a:r>
              <a:rPr lang="en-US" sz="2400" dirty="0" err="1" smtClean="0"/>
              <a:t>Kết</a:t>
            </a:r>
            <a:r>
              <a:rPr lang="en-US" sz="2400" dirty="0" smtClean="0"/>
              <a:t> </a:t>
            </a:r>
            <a:r>
              <a:rPr lang="en-US" sz="2400" dirty="0" err="1" smtClean="0"/>
              <a:t>luận</a:t>
            </a:r>
            <a:r>
              <a:rPr lang="en-US" sz="2400" dirty="0" smtClean="0"/>
              <a:t> &amp; </a:t>
            </a:r>
            <a:r>
              <a:rPr lang="en-US" sz="2400" dirty="0" err="1" smtClean="0"/>
              <a:t>kiến</a:t>
            </a:r>
            <a:r>
              <a:rPr lang="en-US" sz="2400" dirty="0" smtClean="0"/>
              <a:t> </a:t>
            </a:r>
            <a:r>
              <a:rPr lang="en-US" sz="2400" dirty="0" err="1" smtClean="0"/>
              <a:t>nghị</a:t>
            </a:r>
            <a:endParaRPr lang="en-US" sz="2400" dirty="0" smtClean="0"/>
          </a:p>
          <a:p>
            <a:pPr marL="400050" indent="-400050">
              <a:lnSpc>
                <a:spcPct val="150000"/>
              </a:lnSpc>
              <a:buFontTx/>
              <a:buAutoNum type="romanUcPeriod"/>
            </a:pPr>
            <a:endParaRPr lang="en-AU" sz="2400" dirty="0" smtClean="0"/>
          </a:p>
        </p:txBody>
      </p:sp>
    </p:spTree>
    <p:extLst>
      <p:ext uri="{BB962C8B-B14F-4D97-AF65-F5344CB8AC3E}">
        <p14:creationId xmlns:p14="http://schemas.microsoft.com/office/powerpoint/2010/main" val="75116885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39762"/>
          </a:xfrm>
        </p:spPr>
        <p:txBody>
          <a:bodyPr/>
          <a:lstStyle/>
          <a:p>
            <a:r>
              <a:rPr lang="en-US" dirty="0" err="1" smtClean="0">
                <a:solidFill>
                  <a:schemeClr val="bg1"/>
                </a:solidFill>
              </a:rPr>
              <a:t>Thực</a:t>
            </a:r>
            <a:r>
              <a:rPr lang="en-US" dirty="0" smtClean="0">
                <a:solidFill>
                  <a:schemeClr val="bg1"/>
                </a:solidFill>
              </a:rPr>
              <a:t> </a:t>
            </a:r>
            <a:r>
              <a:rPr lang="en-US" dirty="0" err="1" smtClean="0">
                <a:solidFill>
                  <a:schemeClr val="bg1"/>
                </a:solidFill>
              </a:rPr>
              <a:t>hành</a:t>
            </a:r>
            <a:endParaRPr lang="en-US" dirty="0">
              <a:solidFill>
                <a:schemeClr val="bg1"/>
              </a:solidFill>
            </a:endParaRPr>
          </a:p>
        </p:txBody>
      </p:sp>
      <p:sp>
        <p:nvSpPr>
          <p:cNvPr id="3" name="Content Placeholder 2"/>
          <p:cNvSpPr>
            <a:spLocks noGrp="1"/>
          </p:cNvSpPr>
          <p:nvPr>
            <p:ph idx="1"/>
          </p:nvPr>
        </p:nvSpPr>
        <p:spPr>
          <a:xfrm>
            <a:off x="457200" y="1295400"/>
            <a:ext cx="8077200" cy="4267200"/>
          </a:xfrm>
        </p:spPr>
        <p:txBody>
          <a:bodyPr/>
          <a:lstStyle/>
          <a:p>
            <a:r>
              <a:rPr lang="en-US" dirty="0" smtClean="0"/>
              <a:t>Microsoft Visio</a:t>
            </a:r>
            <a:endParaRPr lang="en-US" dirty="0"/>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12872" b="20486"/>
          <a:stretch/>
        </p:blipFill>
        <p:spPr bwMode="auto">
          <a:xfrm>
            <a:off x="1066800" y="2057400"/>
            <a:ext cx="6950901" cy="356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31199280"/>
      </p:ext>
    </p:extLst>
  </p:cSld>
  <p:clrMapOvr>
    <a:masterClrMapping/>
  </p:clrMapOvr>
</p:sld>
</file>

<file path=ppt/theme/theme1.xml><?xml version="1.0" encoding="utf-8"?>
<a:theme xmlns:a="http://schemas.openxmlformats.org/drawingml/2006/main" name="Blank Presentation">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7CD2"/>
      </a:hlink>
      <a:folHlink>
        <a:srgbClr val="003B73"/>
      </a:folHlink>
    </a:clrScheme>
    <a:fontScheme name="Blank Presentation">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Arial" charset="0"/>
            <a:ea typeface="ＭＳ Ｐゴシック" pitchFamily="16"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Arial" charset="0"/>
            <a:ea typeface="ＭＳ Ｐゴシック" pitchFamily="16"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4224</TotalTime>
  <Words>1997</Words>
  <Application>Microsoft Office PowerPoint</Application>
  <PresentationFormat>On-screen Show (4:3)</PresentationFormat>
  <Paragraphs>153</Paragraphs>
  <Slides>31</Slides>
  <Notes>6</Notes>
  <HiddenSlides>0</HiddenSlides>
  <MMClips>0</MMClips>
  <ScaleCrop>false</ScaleCrop>
  <HeadingPairs>
    <vt:vector size="4" baseType="variant">
      <vt:variant>
        <vt:lpstr>Theme</vt:lpstr>
      </vt:variant>
      <vt:variant>
        <vt:i4>2</vt:i4>
      </vt:variant>
      <vt:variant>
        <vt:lpstr>Slide Titles</vt:lpstr>
      </vt:variant>
      <vt:variant>
        <vt:i4>31</vt:i4>
      </vt:variant>
    </vt:vector>
  </HeadingPairs>
  <TitlesOfParts>
    <vt:vector size="33" baseType="lpstr">
      <vt:lpstr>Blank Presentation</vt:lpstr>
      <vt:lpstr>Custom Design</vt:lpstr>
      <vt:lpstr>PowerPoint Presentation</vt:lpstr>
      <vt:lpstr>Nội dung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Bước 1. Xác định yêu cầu thiết kế</vt:lpstr>
      <vt:lpstr>Bước 1. Xác định yêu cầu thiết kế</vt:lpstr>
      <vt:lpstr>Bước 1. Xác định yêu cầu thiết kế</vt:lpstr>
      <vt:lpstr>Bước 1. Xác định yêu cầu thiết kế</vt:lpstr>
      <vt:lpstr>Bước 1. Xác định yêu cầu thiết kế</vt:lpstr>
      <vt:lpstr>Bước 1. Xác định yêu cầu thiết kế</vt:lpstr>
      <vt:lpstr>Bước 2. Khảo sát hiện trạng</vt:lpstr>
      <vt:lpstr>Bước 3. Thiết kế mạng và giải pháp</vt:lpstr>
      <vt:lpstr>Bước 3, Thiết kế mạng và giải pháp</vt:lpstr>
      <vt:lpstr>Tài liệu thiết kế</vt:lpstr>
      <vt:lpstr>Tài liệu thiết kế</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Thực hành</vt:lpstr>
    </vt:vector>
  </TitlesOfParts>
  <Company>Brains Design &amp; Writing Pty Ltd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Kristina</dc:creator>
  <cp:lastModifiedBy>Administrator</cp:lastModifiedBy>
  <cp:revision>529</cp:revision>
  <cp:lastPrinted>2007-12-06T04:31:24Z</cp:lastPrinted>
  <dcterms:modified xsi:type="dcterms:W3CDTF">2021-08-23T04:20:43Z</dcterms:modified>
</cp:coreProperties>
</file>