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908" r:id="rId2"/>
  </p:sldMasterIdLst>
  <p:notesMasterIdLst>
    <p:notesMasterId r:id="rId13"/>
  </p:notesMasterIdLst>
  <p:handoutMasterIdLst>
    <p:handoutMasterId r:id="rId14"/>
  </p:handoutMasterIdLst>
  <p:sldIdLst>
    <p:sldId id="258" r:id="rId3"/>
    <p:sldId id="294" r:id="rId4"/>
    <p:sldId id="295" r:id="rId5"/>
    <p:sldId id="296" r:id="rId6"/>
    <p:sldId id="297" r:id="rId7"/>
    <p:sldId id="298" r:id="rId8"/>
    <p:sldId id="302" r:id="rId9"/>
    <p:sldId id="299" r:id="rId10"/>
    <p:sldId id="300" r:id="rId11"/>
    <p:sldId id="301" r:id="rId12"/>
  </p:sldIdLst>
  <p:sldSz cx="9144000" cy="6858000" type="screen4x3"/>
  <p:notesSz cx="6805613" cy="99393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48F"/>
    <a:srgbClr val="FF00FF"/>
    <a:srgbClr val="FF3300"/>
    <a:srgbClr val="E46C0A"/>
    <a:srgbClr val="909090"/>
    <a:srgbClr val="615C5C"/>
    <a:srgbClr val="939393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05" autoAdjust="0"/>
    <p:restoredTop sz="95560" autoAdjust="0"/>
  </p:normalViewPr>
  <p:slideViewPr>
    <p:cSldViewPr>
      <p:cViewPr>
        <p:scale>
          <a:sx n="75" d="100"/>
          <a:sy n="75" d="100"/>
        </p:scale>
        <p:origin x="-1182" y="-6"/>
      </p:cViewPr>
      <p:guideLst>
        <p:guide orient="horz" pos="480"/>
        <p:guide orient="horz" pos="2448"/>
        <p:guide orient="horz" pos="1152"/>
        <p:guide orient="horz" pos="720"/>
        <p:guide orient="horz" pos="912"/>
        <p:guide orient="horz" pos="3888"/>
        <p:guide orient="horz" pos="3600"/>
        <p:guide pos="2880"/>
        <p:guide pos="336"/>
        <p:guide pos="4896"/>
        <p:guide pos="5424"/>
        <p:guide pos="3408"/>
        <p:guide pos="31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>
        <p:scale>
          <a:sx n="150" d="100"/>
          <a:sy n="150" d="100"/>
        </p:scale>
        <p:origin x="-492" y="-72"/>
      </p:cViewPr>
      <p:guideLst>
        <p:guide orient="horz" pos="3131"/>
        <p:guide pos="214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9575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pitchFamily="1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6038" y="0"/>
            <a:ext cx="2949575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ＭＳ Ｐゴシック" pitchFamily="1" charset="-128"/>
              </a:defRPr>
            </a:lvl1pPr>
          </a:lstStyle>
          <a:p>
            <a:pPr>
              <a:defRPr/>
            </a:pPr>
            <a:fld id="{E7D06B1D-D8B2-4B68-84C2-2C4B2550E85D}" type="datetime1">
              <a:rPr lang="en-US"/>
              <a:pPr>
                <a:defRPr/>
              </a:pPr>
              <a:t>8/31/2021</a:t>
            </a:fld>
            <a:endParaRPr lang="en-US"/>
          </a:p>
        </p:txBody>
      </p:sp>
      <p:sp>
        <p:nvSpPr>
          <p:cNvPr id="911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42450"/>
            <a:ext cx="2949575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pitchFamily="1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11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6038" y="9442450"/>
            <a:ext cx="2949575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ＭＳ Ｐゴシック" pitchFamily="1" charset="-128"/>
              </a:defRPr>
            </a:lvl1pPr>
          </a:lstStyle>
          <a:p>
            <a:pPr>
              <a:defRPr/>
            </a:pPr>
            <a:fld id="{9DE99EB6-CEDE-4D1B-B33C-CE297364222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8675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9575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  <a:ea typeface="ＭＳ Ｐゴシック" pitchFamily="1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6038" y="0"/>
            <a:ext cx="2949575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  <a:ea typeface="ＭＳ Ｐゴシック" pitchFamily="1" charset="-128"/>
              </a:defRPr>
            </a:lvl1pPr>
          </a:lstStyle>
          <a:p>
            <a:pPr>
              <a:defRPr/>
            </a:pPr>
            <a:fld id="{2BE5A956-F79D-4D99-8F93-6296B527E490}" type="datetime1">
              <a:rPr lang="en-US"/>
              <a:pPr>
                <a:defRPr/>
              </a:pPr>
              <a:t>8/31/2021</a:t>
            </a:fld>
            <a:endParaRPr lang="en-US"/>
          </a:p>
        </p:txBody>
      </p:sp>
      <p:sp>
        <p:nvSpPr>
          <p:cNvPr id="337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0" y="746125"/>
            <a:ext cx="4965700" cy="37258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8050" y="4721225"/>
            <a:ext cx="4989513" cy="4471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2450"/>
            <a:ext cx="2949575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  <a:ea typeface="ＭＳ Ｐゴシック" pitchFamily="1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6038" y="9442450"/>
            <a:ext cx="2949575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  <a:ea typeface="ＭＳ Ｐゴシック" pitchFamily="16" charset="-128"/>
              </a:defRPr>
            </a:lvl1pPr>
          </a:lstStyle>
          <a:p>
            <a:pPr>
              <a:defRPr/>
            </a:pPr>
            <a:fld id="{2FC36C76-B5C8-4AD9-9647-C549E0ADBD5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30728" name="Text Box 8"/>
          <p:cNvSpPr txBox="1">
            <a:spLocks noChangeArrowheads="1"/>
          </p:cNvSpPr>
          <p:nvPr/>
        </p:nvSpPr>
        <p:spPr bwMode="auto">
          <a:xfrm>
            <a:off x="869950" y="9028113"/>
            <a:ext cx="5065713" cy="538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>
            <a:spAutoFit/>
          </a:bodyPr>
          <a:lstStyle/>
          <a:p>
            <a:pPr eaLnBrk="1" hangingPunct="1">
              <a:defRPr/>
            </a:pPr>
            <a:r>
              <a:rPr lang="en-US" sz="700" b="0">
                <a:ea typeface="ＭＳ Ｐゴシック" pitchFamily="48" charset="-128"/>
              </a:rPr>
              <a:t>©2008 Microsoft Corporation. All rights reserved.</a:t>
            </a:r>
          </a:p>
          <a:p>
            <a:pPr eaLnBrk="1" hangingPunct="1">
              <a:defRPr/>
            </a:pPr>
            <a:r>
              <a:rPr lang="en-US" sz="700" b="0">
                <a:ea typeface="ＭＳ Ｐゴシック" pitchFamily="48" charset="-128"/>
              </a:rPr>
              <a:t>This presentation is for informational purposes only. Microsoft makes no warranties, express or implied, in this summary.</a:t>
            </a:r>
            <a:endParaRPr lang="en-GB" sz="700" b="0">
              <a:solidFill>
                <a:srgbClr val="000000"/>
              </a:solidFill>
              <a:ea typeface="ＭＳ Ｐゴシック" pitchFamily="48" charset="-128"/>
            </a:endParaRPr>
          </a:p>
          <a:p>
            <a:pPr eaLnBrk="1" hangingPunct="1">
              <a:defRPr/>
            </a:pPr>
            <a:r>
              <a:rPr lang="en-GB" sz="700" b="0">
                <a:solidFill>
                  <a:srgbClr val="000000"/>
                </a:solidFill>
                <a:ea typeface="ＭＳ Ｐゴシック" pitchFamily="48" charset="-128"/>
              </a:rPr>
              <a:t>Microsoft, the Microsoft logo, Microsoft Live@edu, Windows Live, Hotmail, Microsoft Office, Outlook, and SmartScreen are either registered trademarks or trademarks of Microsoft Corporation in the United States and/or other countries. 11282-0308/MS-APAC</a:t>
            </a:r>
            <a:endParaRPr lang="en-US" sz="700">
              <a:ea typeface="ＭＳ Ｐゴシック" pitchFamily="4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2302367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16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16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16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16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16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CCDA592-0334-416B-A302-BF156FC4FD65}" type="slidenum">
              <a:rPr lang="en-US" smtClean="0">
                <a:ea typeface="ＭＳ Ｐゴシック" charset="-128"/>
              </a:rPr>
              <a:pPr/>
              <a:t>1</a:t>
            </a:fld>
            <a:endParaRPr lang="en-US" smtClean="0">
              <a:ea typeface="ＭＳ Ｐゴシック" charset="-128"/>
            </a:endParaRPr>
          </a:p>
        </p:txBody>
      </p:sp>
      <p:sp>
        <p:nvSpPr>
          <p:cNvPr id="34819" name="Rectangle 7"/>
          <p:cNvSpPr txBox="1">
            <a:spLocks noGrp="1" noChangeArrowheads="1"/>
          </p:cNvSpPr>
          <p:nvPr/>
        </p:nvSpPr>
        <p:spPr bwMode="auto">
          <a:xfrm>
            <a:off x="3856038" y="9442450"/>
            <a:ext cx="2949575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C3FE4478-BA13-443C-95B4-F3C13F14C7B2}" type="slidenum">
              <a:rPr lang="en-US" sz="1200" b="0"/>
              <a:pPr algn="r"/>
              <a:t>1</a:t>
            </a:fld>
            <a:endParaRPr lang="en-US" sz="1200" b="0"/>
          </a:p>
        </p:txBody>
      </p:sp>
      <p:sp>
        <p:nvSpPr>
          <p:cNvPr id="3482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27815FE-0675-4990-B98D-8408837F914A}" type="slidenum">
              <a:rPr lang="en-US" smtClean="0">
                <a:ea typeface="ＭＳ Ｐゴシック" charset="-128"/>
              </a:rPr>
              <a:pPr/>
              <a:t>2</a:t>
            </a:fld>
            <a:endParaRPr lang="en-US" smtClean="0">
              <a:ea typeface="ＭＳ Ｐゴシック" charset="-128"/>
            </a:endParaRPr>
          </a:p>
        </p:txBody>
      </p:sp>
      <p:sp>
        <p:nvSpPr>
          <p:cNvPr id="35843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6" descr="banner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6172200"/>
            <a:ext cx="91440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65" descr="banner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0" y="74613"/>
            <a:ext cx="9144000" cy="687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67590"/>
          <p:cNvSpPr>
            <a:spLocks noChangeArrowheads="1"/>
          </p:cNvSpPr>
          <p:nvPr userDrawn="1"/>
        </p:nvSpPr>
        <p:spPr bwMode="auto">
          <a:xfrm>
            <a:off x="0" y="0"/>
            <a:ext cx="9144000" cy="76200"/>
          </a:xfrm>
          <a:prstGeom prst="rect">
            <a:avLst/>
          </a:prstGeom>
          <a:gradFill rotWithShape="1">
            <a:gsLst>
              <a:gs pos="0">
                <a:srgbClr val="0099FF">
                  <a:gamma/>
                  <a:tint val="0"/>
                  <a:invGamma/>
                </a:srgbClr>
              </a:gs>
              <a:gs pos="100000">
                <a:srgbClr val="0099FF">
                  <a:alpha val="25000"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eaLnBrk="1" hangingPunct="1">
              <a:defRPr/>
            </a:pPr>
            <a:endParaRPr lang="en-US" sz="1800" b="0">
              <a:solidFill>
                <a:srgbClr val="000000"/>
              </a:solidFill>
              <a:latin typeface="Segoe" pitchFamily="8" charset="0"/>
              <a:ea typeface="+mn-ea"/>
            </a:endParaRPr>
          </a:p>
        </p:txBody>
      </p:sp>
      <p:sp>
        <p:nvSpPr>
          <p:cNvPr id="7" name="Rectangle 6"/>
          <p:cNvSpPr>
            <a:spLocks noChangeArrowheads="1"/>
          </p:cNvSpPr>
          <p:nvPr userDrawn="1"/>
        </p:nvSpPr>
        <p:spPr bwMode="auto">
          <a:xfrm>
            <a:off x="381000" y="6526213"/>
            <a:ext cx="592138" cy="33178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endParaRPr lang="en-US" sz="1000" b="0">
              <a:ea typeface="ＭＳ Ｐゴシック" pitchFamily="16" charset="-128"/>
            </a:endParaRPr>
          </a:p>
        </p:txBody>
      </p:sp>
      <p:sp>
        <p:nvSpPr>
          <p:cNvPr id="8" name="Rectangle 67589"/>
          <p:cNvSpPr>
            <a:spLocks noChangeArrowheads="1"/>
          </p:cNvSpPr>
          <p:nvPr userDrawn="1"/>
        </p:nvSpPr>
        <p:spPr bwMode="auto">
          <a:xfrm>
            <a:off x="450850" y="6450013"/>
            <a:ext cx="592138" cy="33178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fld id="{431DBC19-DD8C-4BA4-875B-F96216C84717}" type="slidenum">
              <a:rPr lang="en-US" sz="1000" b="0">
                <a:solidFill>
                  <a:schemeClr val="bg1"/>
                </a:solidFill>
                <a:ea typeface="ＭＳ Ｐゴシック" pitchFamily="1" charset="-128"/>
              </a:rPr>
              <a:pPr eaLnBrk="1" hangingPunct="1">
                <a:defRPr/>
              </a:pPr>
              <a:t>‹#›</a:t>
            </a:fld>
            <a:endParaRPr lang="en-US" sz="1000" b="0">
              <a:solidFill>
                <a:schemeClr val="bg1"/>
              </a:solidFill>
              <a:ea typeface="ＭＳ Ｐゴシック" pitchFamily="1" charset="-128"/>
            </a:endParaRPr>
          </a:p>
          <a:p>
            <a:pPr eaLnBrk="1" hangingPunct="1">
              <a:defRPr/>
            </a:pPr>
            <a:endParaRPr lang="en-US" sz="1000" b="0">
              <a:ea typeface="ＭＳ Ｐゴシック" pitchFamily="1" charset="-128"/>
            </a:endParaRPr>
          </a:p>
        </p:txBody>
      </p:sp>
      <p:sp>
        <p:nvSpPr>
          <p:cNvPr id="68613" name="Rectangle 21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 smtClean="0"/>
            </a:lvl1pPr>
          </a:lstStyle>
          <a:p>
            <a:r>
              <a:rPr lang="en-US" smtClean="0"/>
              <a:t>Click to edit Master subtitle style</a:t>
            </a:r>
          </a:p>
        </p:txBody>
      </p:sp>
      <p:sp>
        <p:nvSpPr>
          <p:cNvPr id="68619" name="Rectangle 11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 smtClean="0"/>
            </a:lvl1pPr>
          </a:lstStyle>
          <a:p>
            <a:r>
              <a:rPr lang="en-US" dirty="0" smtClean="0"/>
              <a:t>Click to edit Master title style</a:t>
            </a:r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752600"/>
            <a:ext cx="8077200" cy="4267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752600"/>
            <a:ext cx="3810000" cy="41513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52600"/>
            <a:ext cx="3810000" cy="41513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62927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6292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51CFF-E543-48D9-A5DE-452464674EFA}" type="datetimeFigureOut">
              <a:rPr lang="en-US"/>
              <a:pPr>
                <a:defRPr/>
              </a:pPr>
              <a:t>8/31/2021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BDA3D3-6DBD-423C-BD79-1A3B4B87B44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FD52AD-A53A-461F-8F79-B480D1603A11}" type="datetimeFigureOut">
              <a:rPr lang="en-US"/>
              <a:pPr>
                <a:defRPr/>
              </a:pPr>
              <a:t>8/31/2021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5C96AF-1DDD-4A8C-9D2A-22620B02334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159E4C-E943-4BFE-88DC-980EA47FC2EF}" type="datetimeFigureOut">
              <a:rPr lang="en-US"/>
              <a:pPr>
                <a:defRPr/>
              </a:pPr>
              <a:t>8/31/2021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B7075C-65E6-45BE-BA6B-09EAADC7D78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B4656B-DE1D-481E-A197-4552E86F753A}" type="datetimeFigureOut">
              <a:rPr lang="en-US"/>
              <a:pPr>
                <a:defRPr/>
              </a:pPr>
              <a:t>8/31/2021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B9CC7B-C4E0-4858-9B1A-EB1B6485A0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918B8E-C6F0-431A-9C49-BF46C430A65A}" type="datetimeFigureOut">
              <a:rPr lang="en-US"/>
              <a:pPr>
                <a:defRPr/>
              </a:pPr>
              <a:t>8/31/2021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349323-59BE-434C-9C5E-157D4C3414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44DA11-36CF-41C6-8C12-8ADE606AFE6C}" type="datetimeFigureOut">
              <a:rPr lang="en-US"/>
              <a:pPr>
                <a:defRPr/>
              </a:pPr>
              <a:t>8/31/2021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C2B16C-CA42-4925-A039-1B42CBB31D5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0BAAB6-D427-491F-B62A-92D51EB000C9}" type="datetimeFigureOut">
              <a:rPr lang="en-US"/>
              <a:pPr>
                <a:defRPr/>
              </a:pPr>
              <a:t>8/31/2021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ADF038-537A-4D5B-AC9A-7C8FBEF7E7C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942C64-7BE3-4C0B-84CB-915DFD8D2628}" type="datetimeFigureOut">
              <a:rPr lang="en-US"/>
              <a:pPr>
                <a:defRPr/>
              </a:pPr>
              <a:t>8/31/2021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22E39D-3015-43C3-A22E-0E66C222406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50F22E-6C1C-4F19-9F8E-B9DAE6D8C86F}" type="datetimeFigureOut">
              <a:rPr lang="en-US"/>
              <a:pPr>
                <a:defRPr/>
              </a:pPr>
              <a:t>8/31/2021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8C2A3C-8418-4404-B970-A10CDE10DD1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3A1F79-C340-4446-A571-77AF961C7DA5}" type="datetimeFigureOut">
              <a:rPr lang="en-US"/>
              <a:pPr>
                <a:defRPr/>
              </a:pPr>
              <a:t>8/31/2021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239ED4-46B6-47E7-BF84-E2A4A1CB609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816E4-2533-48D3-BD20-B40F8E51FC17}" type="datetimeFigureOut">
              <a:rPr lang="en-US"/>
              <a:pPr>
                <a:defRPr/>
              </a:pPr>
              <a:t>8/31/2021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2A5934-CE14-4CB1-A4AC-AA94E76FC24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66" descr="banner"/>
          <p:cNvPicPr>
            <a:picLocks noChangeAspect="1" noChangeArrowheads="1"/>
          </p:cNvPicPr>
          <p:nvPr userDrawn="1"/>
        </p:nvPicPr>
        <p:blipFill>
          <a:blip r:embed="rId14"/>
          <a:srcRect/>
          <a:stretch>
            <a:fillRect/>
          </a:stretch>
        </p:blipFill>
        <p:spPr bwMode="auto">
          <a:xfrm>
            <a:off x="0" y="6172200"/>
            <a:ext cx="91440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65" descr="banner"/>
          <p:cNvPicPr>
            <a:picLocks noChangeAspect="1" noChangeArrowheads="1"/>
          </p:cNvPicPr>
          <p:nvPr userDrawn="1"/>
        </p:nvPicPr>
        <p:blipFill>
          <a:blip r:embed="rId15"/>
          <a:srcRect/>
          <a:stretch>
            <a:fillRect/>
          </a:stretch>
        </p:blipFill>
        <p:spPr bwMode="auto">
          <a:xfrm>
            <a:off x="0" y="74613"/>
            <a:ext cx="9144000" cy="687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Rectangle 67590"/>
          <p:cNvSpPr>
            <a:spLocks noChangeArrowheads="1"/>
          </p:cNvSpPr>
          <p:nvPr userDrawn="1"/>
        </p:nvSpPr>
        <p:spPr bwMode="auto">
          <a:xfrm>
            <a:off x="0" y="0"/>
            <a:ext cx="9144000" cy="76200"/>
          </a:xfrm>
          <a:prstGeom prst="rect">
            <a:avLst/>
          </a:prstGeom>
          <a:gradFill rotWithShape="1">
            <a:gsLst>
              <a:gs pos="0">
                <a:srgbClr val="0099FF">
                  <a:gamma/>
                  <a:tint val="0"/>
                  <a:invGamma/>
                </a:srgbClr>
              </a:gs>
              <a:gs pos="100000">
                <a:srgbClr val="0099FF">
                  <a:alpha val="25000"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eaLnBrk="1" hangingPunct="1">
              <a:defRPr/>
            </a:pPr>
            <a:endParaRPr lang="en-US" sz="1800" b="0">
              <a:solidFill>
                <a:srgbClr val="000000"/>
              </a:solidFill>
            </a:endParaRPr>
          </a:p>
        </p:txBody>
      </p:sp>
      <p:sp>
        <p:nvSpPr>
          <p:cNvPr id="1029" name="Rectangle 21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371600"/>
            <a:ext cx="807720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67590" name="Rectangle 67589"/>
          <p:cNvSpPr>
            <a:spLocks noChangeArrowheads="1"/>
          </p:cNvSpPr>
          <p:nvPr userDrawn="1"/>
        </p:nvSpPr>
        <p:spPr bwMode="auto">
          <a:xfrm>
            <a:off x="381000" y="6526213"/>
            <a:ext cx="592138" cy="33178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endParaRPr lang="en-US" sz="1000" b="0">
              <a:ea typeface="ＭＳ Ｐゴシック" pitchFamily="16" charset="-128"/>
            </a:endParaRPr>
          </a:p>
        </p:txBody>
      </p:sp>
      <p:sp>
        <p:nvSpPr>
          <p:cNvPr id="2" name="Rectangle 67589"/>
          <p:cNvSpPr>
            <a:spLocks noChangeArrowheads="1"/>
          </p:cNvSpPr>
          <p:nvPr userDrawn="1"/>
        </p:nvSpPr>
        <p:spPr bwMode="auto">
          <a:xfrm>
            <a:off x="450850" y="6450013"/>
            <a:ext cx="592138" cy="33178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fld id="{E2FFF7BB-A780-497E-BD67-EB265FAA58B0}" type="slidenum">
              <a:rPr lang="en-US" sz="1000" b="0">
                <a:solidFill>
                  <a:schemeClr val="bg1"/>
                </a:solidFill>
                <a:ea typeface="ＭＳ Ｐゴシック" pitchFamily="1" charset="-128"/>
              </a:rPr>
              <a:pPr eaLnBrk="1" hangingPunct="1">
                <a:defRPr/>
              </a:pPr>
              <a:t>‹#›</a:t>
            </a:fld>
            <a:endParaRPr lang="en-US" sz="1000" b="0">
              <a:solidFill>
                <a:schemeClr val="bg1"/>
              </a:solidFill>
              <a:ea typeface="ＭＳ Ｐゴシック" pitchFamily="1" charset="-128"/>
            </a:endParaRPr>
          </a:p>
          <a:p>
            <a:pPr eaLnBrk="1" hangingPunct="1">
              <a:defRPr/>
            </a:pPr>
            <a:endParaRPr lang="en-US" sz="1000" b="0">
              <a:ea typeface="ＭＳ Ｐゴシック" pitchFamily="1" charset="-128"/>
            </a:endParaRPr>
          </a:p>
        </p:txBody>
      </p:sp>
      <p:sp>
        <p:nvSpPr>
          <p:cNvPr id="1032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228600"/>
            <a:ext cx="80772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9" name="Rectangle 67589"/>
          <p:cNvSpPr>
            <a:spLocks noChangeArrowheads="1"/>
          </p:cNvSpPr>
          <p:nvPr userDrawn="1"/>
        </p:nvSpPr>
        <p:spPr bwMode="auto">
          <a:xfrm>
            <a:off x="5943600" y="6248401"/>
            <a:ext cx="2971800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/>
          <a:lstStyle/>
          <a:p>
            <a:pPr algn="r" eaLnBrk="1" hangingPunct="1">
              <a:spcBef>
                <a:spcPts val="300"/>
              </a:spcBef>
              <a:spcAft>
                <a:spcPts val="300"/>
              </a:spcAft>
              <a:defRPr/>
            </a:pPr>
            <a:r>
              <a:rPr lang="en-US" sz="1600" b="0" i="1" smtClean="0">
                <a:solidFill>
                  <a:schemeClr val="bg1"/>
                </a:solidFill>
                <a:ea typeface="ＭＳ Ｐゴシック" pitchFamily="1" charset="-128"/>
              </a:rPr>
              <a:t>Huynh</a:t>
            </a:r>
            <a:r>
              <a:rPr lang="en-US" sz="1600" b="0" i="1" baseline="0" smtClean="0">
                <a:solidFill>
                  <a:schemeClr val="bg1"/>
                </a:solidFill>
                <a:ea typeface="ＭＳ Ｐゴシック" pitchFamily="1" charset="-128"/>
              </a:rPr>
              <a:t> Nguyen Chinh</a:t>
            </a:r>
            <a:endParaRPr lang="en-US" sz="1600" b="0" i="1">
              <a:solidFill>
                <a:schemeClr val="bg1"/>
              </a:solidFill>
              <a:ea typeface="ＭＳ Ｐゴシック" pitchFamily="1" charset="-128"/>
            </a:endParaRPr>
          </a:p>
          <a:p>
            <a:pPr algn="r" eaLnBrk="1" hangingPunct="1">
              <a:defRPr/>
            </a:pPr>
            <a:endParaRPr lang="en-US" sz="1600" b="0" i="1">
              <a:ea typeface="ＭＳ Ｐゴシック" pitchFamily="1" charset="-128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55" r:id="rId1"/>
    <p:sldLayoutId id="2147484233" r:id="rId2"/>
    <p:sldLayoutId id="2147484234" r:id="rId3"/>
    <p:sldLayoutId id="2147484235" r:id="rId4"/>
    <p:sldLayoutId id="2147484236" r:id="rId5"/>
    <p:sldLayoutId id="2147484237" r:id="rId6"/>
    <p:sldLayoutId id="2147484238" r:id="rId7"/>
    <p:sldLayoutId id="2147484239" r:id="rId8"/>
    <p:sldLayoutId id="2147484240" r:id="rId9"/>
    <p:sldLayoutId id="2147484241" r:id="rId10"/>
    <p:sldLayoutId id="2147484242" r:id="rId11"/>
    <p:sldLayoutId id="2147484243" r:id="rId12"/>
  </p:sldLayoutIdLst>
  <p:transition>
    <p:fade/>
  </p:transition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ＭＳ Ｐゴシック" pitchFamily="16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ＭＳ Ｐゴシック" pitchFamily="16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ＭＳ Ｐゴシック" pitchFamily="16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ＭＳ Ｐゴシック" pitchFamily="16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16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16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16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16" charset="-128"/>
        </a:defRPr>
      </a:lvl9pPr>
    </p:titleStyle>
    <p:bodyStyle>
      <a:lvl1pPr marL="195263" indent="-195263" algn="l" rtl="0" eaLnBrk="0" fontAlgn="base" hangingPunct="0">
        <a:spcBef>
          <a:spcPct val="25000"/>
        </a:spcBef>
        <a:spcAft>
          <a:spcPct val="0"/>
        </a:spcAft>
        <a:buBlip>
          <a:blip r:embed="rId16"/>
        </a:buBlip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576263" indent="-190500" algn="l" rtl="0" eaLnBrk="0" fontAlgn="base" hangingPunct="0">
        <a:spcBef>
          <a:spcPct val="25000"/>
        </a:spcBef>
        <a:spcAft>
          <a:spcPct val="0"/>
        </a:spcAft>
        <a:buBlip>
          <a:blip r:embed="rId16"/>
        </a:buBlip>
        <a:defRPr sz="2600">
          <a:solidFill>
            <a:schemeClr val="tx1"/>
          </a:solidFill>
          <a:latin typeface="+mn-lt"/>
          <a:ea typeface="+mn-ea"/>
        </a:defRPr>
      </a:lvl2pPr>
      <a:lvl3pPr marL="957263" indent="-190500" algn="l" rtl="0" eaLnBrk="0" fontAlgn="base" hangingPunct="0">
        <a:spcBef>
          <a:spcPct val="25000"/>
        </a:spcBef>
        <a:spcAft>
          <a:spcPct val="0"/>
        </a:spcAft>
        <a:buBlip>
          <a:blip r:embed="rId16"/>
        </a:buBlip>
        <a:defRPr sz="2400">
          <a:solidFill>
            <a:schemeClr val="tx1"/>
          </a:solidFill>
          <a:latin typeface="+mn-lt"/>
          <a:ea typeface="+mn-ea"/>
        </a:defRPr>
      </a:lvl3pPr>
      <a:lvl4pPr marL="1338263" indent="-190500" algn="l" rtl="0" eaLnBrk="0" fontAlgn="base" hangingPunct="0">
        <a:spcBef>
          <a:spcPct val="25000"/>
        </a:spcBef>
        <a:spcAft>
          <a:spcPct val="0"/>
        </a:spcAft>
        <a:buBlip>
          <a:blip r:embed="rId16"/>
        </a:buBlip>
        <a:defRPr sz="1600">
          <a:solidFill>
            <a:schemeClr val="tx1"/>
          </a:solidFill>
          <a:latin typeface="+mn-lt"/>
          <a:ea typeface="+mn-ea"/>
        </a:defRPr>
      </a:lvl4pPr>
      <a:lvl5pPr marL="1719263" indent="-190500" algn="l" rtl="0" eaLnBrk="0" fontAlgn="base" hangingPunct="0">
        <a:spcBef>
          <a:spcPct val="25000"/>
        </a:spcBef>
        <a:spcAft>
          <a:spcPct val="0"/>
        </a:spcAft>
        <a:buBlip>
          <a:blip r:embed="rId16"/>
        </a:buBlip>
        <a:defRPr sz="1400">
          <a:solidFill>
            <a:schemeClr val="tx1"/>
          </a:solidFill>
          <a:latin typeface="+mn-lt"/>
          <a:ea typeface="+mn-ea"/>
        </a:defRPr>
      </a:lvl5pPr>
      <a:lvl6pPr marL="2438400" indent="-228600" algn="l" rtl="0" fontAlgn="base">
        <a:spcBef>
          <a:spcPct val="20000"/>
        </a:spcBef>
        <a:spcAft>
          <a:spcPct val="0"/>
        </a:spcAft>
        <a:buBlip>
          <a:blip r:embed="rId16"/>
        </a:buBlip>
        <a:defRPr sz="1200">
          <a:solidFill>
            <a:schemeClr val="tx1"/>
          </a:solidFill>
          <a:latin typeface="+mn-lt"/>
          <a:ea typeface="+mn-ea"/>
        </a:defRPr>
      </a:lvl6pPr>
      <a:lvl7pPr marL="2895600" indent="-228600" algn="l" rtl="0" fontAlgn="base">
        <a:spcBef>
          <a:spcPct val="20000"/>
        </a:spcBef>
        <a:spcAft>
          <a:spcPct val="0"/>
        </a:spcAft>
        <a:buBlip>
          <a:blip r:embed="rId16"/>
        </a:buBlip>
        <a:defRPr sz="1200">
          <a:solidFill>
            <a:schemeClr val="tx1"/>
          </a:solidFill>
          <a:latin typeface="+mn-lt"/>
          <a:ea typeface="+mn-ea"/>
        </a:defRPr>
      </a:lvl7pPr>
      <a:lvl8pPr marL="3352800" indent="-228600" algn="l" rtl="0" fontAlgn="base">
        <a:spcBef>
          <a:spcPct val="20000"/>
        </a:spcBef>
        <a:spcAft>
          <a:spcPct val="0"/>
        </a:spcAft>
        <a:buBlip>
          <a:blip r:embed="rId16"/>
        </a:buBlip>
        <a:defRPr sz="1200">
          <a:solidFill>
            <a:schemeClr val="tx1"/>
          </a:solidFill>
          <a:latin typeface="+mn-lt"/>
          <a:ea typeface="+mn-ea"/>
        </a:defRPr>
      </a:lvl8pPr>
      <a:lvl9pPr marL="3810000" indent="-228600" algn="l" rtl="0" fontAlgn="base">
        <a:spcBef>
          <a:spcPct val="20000"/>
        </a:spcBef>
        <a:spcAft>
          <a:spcPct val="0"/>
        </a:spcAft>
        <a:buBlip>
          <a:blip r:embed="rId16"/>
        </a:buBlip>
        <a:defRPr sz="12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A58C6AA-4CDF-43E0-9611-123CB6CFA869}" type="datetimeFigureOut">
              <a:rPr lang="en-US"/>
              <a:pPr>
                <a:defRPr/>
              </a:pPr>
              <a:t>8/31/2021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B4E62AD-BDFC-4F0D-A5FC-996334F584D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44" r:id="rId1"/>
    <p:sldLayoutId id="2147484245" r:id="rId2"/>
    <p:sldLayoutId id="2147484246" r:id="rId3"/>
    <p:sldLayoutId id="2147484247" r:id="rId4"/>
    <p:sldLayoutId id="2147484248" r:id="rId5"/>
    <p:sldLayoutId id="2147484249" r:id="rId6"/>
    <p:sldLayoutId id="2147484250" r:id="rId7"/>
    <p:sldLayoutId id="2147484251" r:id="rId8"/>
    <p:sldLayoutId id="2147484252" r:id="rId9"/>
    <p:sldLayoutId id="2147484253" r:id="rId10"/>
    <p:sldLayoutId id="2147484254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4.e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7"/>
          <p:cNvSpPr>
            <a:spLocks noChangeArrowheads="1"/>
          </p:cNvSpPr>
          <p:nvPr/>
        </p:nvSpPr>
        <p:spPr bwMode="auto">
          <a:xfrm>
            <a:off x="5808663" y="217488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 b="0" dirty="0"/>
          </a:p>
        </p:txBody>
      </p:sp>
      <p:sp>
        <p:nvSpPr>
          <p:cNvPr id="6" name="Rectangle 5"/>
          <p:cNvSpPr/>
          <p:nvPr/>
        </p:nvSpPr>
        <p:spPr>
          <a:xfrm>
            <a:off x="76200" y="1863725"/>
            <a:ext cx="8991600" cy="1981200"/>
          </a:xfrm>
          <a:prstGeom prst="rect">
            <a:avLst/>
          </a:prstGeom>
          <a:solidFill>
            <a:srgbClr val="E46C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1752600"/>
            <a:ext cx="9067800" cy="2057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dirty="0" err="1" smtClean="0">
                <a:latin typeface="Cambria" pitchFamily="18" charset="0"/>
              </a:rPr>
              <a:t>Bài</a:t>
            </a:r>
            <a:r>
              <a:rPr lang="en-US" sz="4400" dirty="0" smtClean="0">
                <a:latin typeface="Cambria" pitchFamily="18" charset="0"/>
              </a:rPr>
              <a:t> </a:t>
            </a:r>
            <a:r>
              <a:rPr lang="en-US" sz="4400" dirty="0" smtClean="0">
                <a:latin typeface="Cambria" pitchFamily="18" charset="0"/>
              </a:rPr>
              <a:t>2. </a:t>
            </a:r>
            <a:endParaRPr lang="en-US" sz="4400" dirty="0" smtClean="0">
              <a:latin typeface="Cambria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 dirty="0" smtClean="0">
              <a:latin typeface="Cambria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dirty="0" err="1" smtClean="0">
                <a:latin typeface="Cambria" pitchFamily="18" charset="0"/>
              </a:rPr>
              <a:t>Xây</a:t>
            </a:r>
            <a:r>
              <a:rPr lang="en-US" sz="4000" dirty="0" smtClean="0">
                <a:latin typeface="Cambria" pitchFamily="18" charset="0"/>
              </a:rPr>
              <a:t> </a:t>
            </a:r>
            <a:r>
              <a:rPr lang="en-US" sz="4000" dirty="0" err="1" smtClean="0">
                <a:latin typeface="Cambria" pitchFamily="18" charset="0"/>
              </a:rPr>
              <a:t>dựng</a:t>
            </a:r>
            <a:r>
              <a:rPr lang="en-US" sz="4000" dirty="0" smtClean="0">
                <a:latin typeface="Cambria" pitchFamily="18" charset="0"/>
              </a:rPr>
              <a:t> </a:t>
            </a:r>
            <a:r>
              <a:rPr lang="en-US" sz="4000" dirty="0" err="1" smtClean="0">
                <a:latin typeface="Cambria" pitchFamily="18" charset="0"/>
              </a:rPr>
              <a:t>mạng</a:t>
            </a:r>
            <a:r>
              <a:rPr lang="en-US" sz="4000" dirty="0" smtClean="0">
                <a:latin typeface="Cambria" pitchFamily="18" charset="0"/>
              </a:rPr>
              <a:t> LAN</a:t>
            </a:r>
            <a:endParaRPr lang="en-US" sz="32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ambria" pitchFamily="18" charset="0"/>
              <a:cs typeface="Times New Roman" pitchFamily="18" charset="0"/>
            </a:endParaRPr>
          </a:p>
        </p:txBody>
      </p:sp>
      <p:sp>
        <p:nvSpPr>
          <p:cNvPr id="3584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76200" y="152400"/>
            <a:ext cx="9067800" cy="685800"/>
          </a:xfrm>
        </p:spPr>
        <p:txBody>
          <a:bodyPr/>
          <a:lstStyle/>
          <a:p>
            <a:pPr algn="ctr"/>
            <a:r>
              <a:rPr lang="en-US" dirty="0" err="1" smtClean="0">
                <a:solidFill>
                  <a:schemeClr val="bg1"/>
                </a:solidFill>
              </a:rPr>
              <a:t>Nội</a:t>
            </a:r>
            <a:r>
              <a:rPr lang="en-US" dirty="0" smtClean="0">
                <a:solidFill>
                  <a:schemeClr val="bg1"/>
                </a:solidFill>
              </a:rPr>
              <a:t> dung</a:t>
            </a:r>
          </a:p>
        </p:txBody>
      </p:sp>
      <p:sp>
        <p:nvSpPr>
          <p:cNvPr id="5123" name="Rectangle 10"/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1219200"/>
            <a:ext cx="8610600" cy="45720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 err="1" smtClean="0"/>
              <a:t>Nhắc</a:t>
            </a:r>
            <a:r>
              <a:rPr lang="en-US" sz="2400" dirty="0" smtClean="0"/>
              <a:t> </a:t>
            </a:r>
            <a:r>
              <a:rPr lang="en-US" sz="2400" dirty="0" err="1" smtClean="0"/>
              <a:t>lại</a:t>
            </a:r>
            <a:r>
              <a:rPr lang="en-US" sz="2400" dirty="0" smtClean="0"/>
              <a:t> </a:t>
            </a:r>
            <a:r>
              <a:rPr lang="en-US" sz="2400" dirty="0" err="1" smtClean="0"/>
              <a:t>một</a:t>
            </a:r>
            <a:r>
              <a:rPr lang="en-US" sz="2400" dirty="0" smtClean="0"/>
              <a:t> </a:t>
            </a:r>
            <a:r>
              <a:rPr lang="en-US" sz="2400" dirty="0" err="1" smtClean="0"/>
              <a:t>số</a:t>
            </a:r>
            <a:r>
              <a:rPr lang="en-US" sz="2400" dirty="0" smtClean="0"/>
              <a:t> </a:t>
            </a:r>
            <a:r>
              <a:rPr lang="en-US" sz="2400" dirty="0" err="1" smtClean="0"/>
              <a:t>kiến</a:t>
            </a:r>
            <a:r>
              <a:rPr lang="en-US" sz="2400" dirty="0" smtClean="0"/>
              <a:t> </a:t>
            </a:r>
            <a:r>
              <a:rPr lang="en-US" sz="2400" dirty="0" err="1" smtClean="0"/>
              <a:t>thức</a:t>
            </a:r>
            <a:r>
              <a:rPr lang="en-US" sz="2400" dirty="0" smtClean="0"/>
              <a:t> </a:t>
            </a:r>
            <a:r>
              <a:rPr lang="en-US" sz="2400" dirty="0" err="1" smtClean="0"/>
              <a:t>đã</a:t>
            </a:r>
            <a:r>
              <a:rPr lang="en-US" sz="2400" dirty="0" smtClean="0"/>
              <a:t> </a:t>
            </a:r>
            <a:r>
              <a:rPr lang="en-US" sz="2400" dirty="0" err="1" smtClean="0"/>
              <a:t>học</a:t>
            </a:r>
            <a:endParaRPr lang="en-US" sz="2400" dirty="0" smtClean="0"/>
          </a:p>
          <a:p>
            <a:pPr marL="838200" lvl="1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000" dirty="0" err="1" smtClean="0"/>
              <a:t>VLAN</a:t>
            </a:r>
            <a:r>
              <a:rPr lang="en-US" sz="2000" dirty="0" smtClean="0"/>
              <a:t>, </a:t>
            </a:r>
            <a:r>
              <a:rPr lang="en-US" sz="2000" dirty="0" err="1" smtClean="0"/>
              <a:t>STP</a:t>
            </a:r>
            <a:endParaRPr lang="en-US" sz="2000" dirty="0" smtClean="0"/>
          </a:p>
          <a:p>
            <a:pPr marL="838200" lvl="1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000" dirty="0" err="1" smtClean="0"/>
              <a:t>Định</a:t>
            </a:r>
            <a:r>
              <a:rPr lang="en-US" sz="2000" dirty="0" smtClean="0"/>
              <a:t> </a:t>
            </a:r>
            <a:r>
              <a:rPr lang="en-US" sz="2000" dirty="0" err="1" smtClean="0"/>
              <a:t>tuyến</a:t>
            </a:r>
            <a:endParaRPr lang="en-US" sz="2000" dirty="0" smtClean="0"/>
          </a:p>
          <a:p>
            <a:pPr marL="838200" lvl="1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000" dirty="0" err="1" smtClean="0"/>
              <a:t>Dịch</a:t>
            </a:r>
            <a:r>
              <a:rPr lang="en-US" sz="2000" dirty="0" smtClean="0"/>
              <a:t> </a:t>
            </a:r>
            <a:r>
              <a:rPr lang="en-US" sz="2000" dirty="0" err="1" smtClean="0"/>
              <a:t>vụ</a:t>
            </a:r>
            <a:r>
              <a:rPr lang="en-US" sz="2000" dirty="0" smtClean="0"/>
              <a:t> </a:t>
            </a:r>
            <a:r>
              <a:rPr lang="en-US" sz="2000" dirty="0" err="1" smtClean="0"/>
              <a:t>mạng</a:t>
            </a:r>
            <a:endParaRPr lang="en-US" sz="2000" dirty="0" smtClean="0"/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 err="1" smtClean="0"/>
              <a:t>Thực</a:t>
            </a:r>
            <a:r>
              <a:rPr lang="en-US" sz="2400" dirty="0" smtClean="0"/>
              <a:t> </a:t>
            </a:r>
            <a:r>
              <a:rPr lang="en-US" sz="2400" dirty="0" err="1" smtClean="0"/>
              <a:t>hành</a:t>
            </a:r>
            <a:endParaRPr lang="en-US" sz="2400" dirty="0" smtClean="0"/>
          </a:p>
          <a:p>
            <a:pPr marL="838200" lvl="1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000" dirty="0" err="1" smtClean="0"/>
              <a:t>Mẫu</a:t>
            </a:r>
            <a:r>
              <a:rPr lang="en-US" sz="2000" dirty="0" smtClean="0"/>
              <a:t> </a:t>
            </a:r>
            <a:r>
              <a:rPr lang="en-US" sz="2000" dirty="0" err="1" smtClean="0"/>
              <a:t>báo</a:t>
            </a:r>
            <a:r>
              <a:rPr lang="en-US" sz="2000" dirty="0" smtClean="0"/>
              <a:t> </a:t>
            </a:r>
            <a:r>
              <a:rPr lang="en-US" sz="2000" dirty="0" err="1" smtClean="0"/>
              <a:t>cáo</a:t>
            </a:r>
            <a:r>
              <a:rPr lang="en-US" sz="2000" dirty="0" smtClean="0"/>
              <a:t> </a:t>
            </a:r>
            <a:r>
              <a:rPr lang="en-US" sz="2000" dirty="0" err="1" smtClean="0"/>
              <a:t>thiết</a:t>
            </a:r>
            <a:r>
              <a:rPr lang="en-US" sz="2000" dirty="0" smtClean="0"/>
              <a:t> </a:t>
            </a:r>
            <a:r>
              <a:rPr lang="en-US" sz="2000" dirty="0" err="1" smtClean="0"/>
              <a:t>kế</a:t>
            </a:r>
            <a:endParaRPr lang="en-US" sz="2000" dirty="0" smtClean="0"/>
          </a:p>
          <a:p>
            <a:pPr marL="838200" lvl="1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000" dirty="0" err="1" smtClean="0"/>
              <a:t>Thiết</a:t>
            </a:r>
            <a:r>
              <a:rPr lang="en-US" sz="2000" dirty="0" smtClean="0"/>
              <a:t> </a:t>
            </a:r>
            <a:r>
              <a:rPr lang="en-US" sz="2000" dirty="0" err="1" smtClean="0"/>
              <a:t>kế</a:t>
            </a:r>
            <a:r>
              <a:rPr lang="en-US" sz="2000" dirty="0" smtClean="0"/>
              <a:t> </a:t>
            </a:r>
            <a:r>
              <a:rPr lang="en-US" sz="2000" dirty="0" err="1" smtClean="0"/>
              <a:t>các</a:t>
            </a:r>
            <a:r>
              <a:rPr lang="en-US" sz="2000" dirty="0" smtClean="0"/>
              <a:t> </a:t>
            </a:r>
            <a:r>
              <a:rPr lang="en-US" sz="2000" dirty="0" err="1" smtClean="0"/>
              <a:t>sơ</a:t>
            </a:r>
            <a:r>
              <a:rPr lang="en-US" sz="2000" dirty="0" smtClean="0"/>
              <a:t> </a:t>
            </a:r>
            <a:r>
              <a:rPr lang="en-US" sz="2000" dirty="0" err="1" smtClean="0"/>
              <a:t>đồ</a:t>
            </a:r>
            <a:r>
              <a:rPr lang="en-US" sz="2000" dirty="0" smtClean="0"/>
              <a:t> </a:t>
            </a:r>
            <a:r>
              <a:rPr lang="en-US" sz="2000" dirty="0" err="1" smtClean="0"/>
              <a:t>bằng</a:t>
            </a:r>
            <a:r>
              <a:rPr lang="en-US" sz="2000" dirty="0" smtClean="0"/>
              <a:t> Microsoft Visio</a:t>
            </a:r>
          </a:p>
          <a:p>
            <a:pPr marL="838200" lvl="1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000" dirty="0" smtClean="0"/>
              <a:t> </a:t>
            </a:r>
            <a:r>
              <a:rPr lang="en-US" sz="2000" dirty="0" err="1" smtClean="0"/>
              <a:t>thử</a:t>
            </a:r>
            <a:r>
              <a:rPr lang="en-US" sz="2000" dirty="0" smtClean="0"/>
              <a:t> </a:t>
            </a:r>
            <a:r>
              <a:rPr lang="en-US" sz="2000" dirty="0" err="1" smtClean="0"/>
              <a:t>nghiệm</a:t>
            </a:r>
            <a:r>
              <a:rPr lang="en-US" sz="2000" dirty="0" smtClean="0"/>
              <a:t> </a:t>
            </a:r>
            <a:r>
              <a:rPr lang="en-US" sz="2000" dirty="0" err="1" smtClean="0"/>
              <a:t>giải</a:t>
            </a:r>
            <a:r>
              <a:rPr lang="en-US" sz="2000" dirty="0" smtClean="0"/>
              <a:t> </a:t>
            </a:r>
            <a:r>
              <a:rPr lang="en-US" sz="2000" dirty="0" err="1" smtClean="0"/>
              <a:t>pháp</a:t>
            </a:r>
            <a:r>
              <a:rPr lang="en-US" sz="2000" dirty="0" smtClean="0"/>
              <a:t> </a:t>
            </a:r>
            <a:r>
              <a:rPr lang="en-US" sz="2000" dirty="0" err="1" smtClean="0"/>
              <a:t>trên</a:t>
            </a:r>
            <a:r>
              <a:rPr lang="en-US" sz="2000" dirty="0" smtClean="0"/>
              <a:t> Packet Tracer</a:t>
            </a:r>
            <a:endParaRPr lang="en-US" sz="2000" dirty="0" smtClean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endParaRPr lang="en-AU" sz="2400" dirty="0" smtClean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rgbClr val="00548F"/>
                </a:solidFill>
              </a:rPr>
              <a:t>VLAN</a:t>
            </a:r>
            <a:endParaRPr lang="en-US" b="1" dirty="0">
              <a:solidFill>
                <a:srgbClr val="00548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Kỹ</a:t>
            </a:r>
            <a:r>
              <a:rPr lang="en-US" dirty="0" smtClean="0"/>
              <a:t> </a:t>
            </a:r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trên</a:t>
            </a:r>
            <a:r>
              <a:rPr lang="en-US" dirty="0" smtClean="0"/>
              <a:t> Switch</a:t>
            </a:r>
          </a:p>
          <a:p>
            <a:r>
              <a:rPr lang="en-US" dirty="0" smtClean="0"/>
              <a:t>Chia </a:t>
            </a:r>
            <a:r>
              <a:rPr lang="en-US" dirty="0" err="1" smtClean="0"/>
              <a:t>một</a:t>
            </a:r>
            <a:r>
              <a:rPr lang="en-US" dirty="0" smtClean="0"/>
              <a:t> switch </a:t>
            </a:r>
            <a:r>
              <a:rPr lang="en-US" dirty="0" err="1" smtClean="0"/>
              <a:t>vật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r>
              <a:rPr lang="en-US" dirty="0" smtClean="0"/>
              <a:t> </a:t>
            </a:r>
            <a:r>
              <a:rPr lang="en-US" dirty="0" err="1" smtClean="0"/>
              <a:t>thành</a:t>
            </a:r>
            <a:r>
              <a:rPr lang="en-US" dirty="0" smtClean="0"/>
              <a:t> </a:t>
            </a:r>
            <a:r>
              <a:rPr lang="en-US" dirty="0" err="1" smtClean="0"/>
              <a:t>nhiều</a:t>
            </a:r>
            <a:r>
              <a:rPr lang="en-US" dirty="0" smtClean="0"/>
              <a:t> switch logic, </a:t>
            </a:r>
            <a:r>
              <a:rPr lang="en-US" dirty="0" err="1" smtClean="0"/>
              <a:t>mỗi</a:t>
            </a:r>
            <a:r>
              <a:rPr lang="en-US" dirty="0" smtClean="0"/>
              <a:t> switch logic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VLAN</a:t>
            </a:r>
            <a:endParaRPr lang="en-US" dirty="0" smtClean="0"/>
          </a:p>
          <a:p>
            <a:r>
              <a:rPr lang="en-US" dirty="0" err="1" smtClean="0"/>
              <a:t>Phân</a:t>
            </a:r>
            <a:r>
              <a:rPr lang="en-US" dirty="0" smtClean="0"/>
              <a:t> </a:t>
            </a:r>
            <a:r>
              <a:rPr lang="en-US" dirty="0" err="1" smtClean="0"/>
              <a:t>loại</a:t>
            </a:r>
            <a:r>
              <a:rPr lang="en-US" dirty="0" smtClean="0"/>
              <a:t>: </a:t>
            </a:r>
          </a:p>
          <a:p>
            <a:pPr lvl="1"/>
            <a:r>
              <a:rPr lang="en-US" dirty="0" smtClean="0"/>
              <a:t>Static </a:t>
            </a:r>
            <a:r>
              <a:rPr lang="en-US" dirty="0" err="1" smtClean="0"/>
              <a:t>VLAN</a:t>
            </a:r>
            <a:endParaRPr lang="en-US" dirty="0" smtClean="0"/>
          </a:p>
          <a:p>
            <a:pPr lvl="1"/>
            <a:r>
              <a:rPr lang="en-US" dirty="0" smtClean="0"/>
              <a:t>Dynamic </a:t>
            </a:r>
            <a:r>
              <a:rPr lang="en-US" dirty="0" err="1" smtClean="0"/>
              <a:t>VLAN</a:t>
            </a:r>
            <a:endParaRPr lang="en-US" dirty="0" smtClean="0"/>
          </a:p>
          <a:p>
            <a:pPr marL="0" indent="0" algn="ctr">
              <a:buNone/>
            </a:pPr>
            <a:r>
              <a:rPr lang="en-US" b="1" dirty="0" err="1" smtClean="0"/>
              <a:t>VLAN</a:t>
            </a:r>
            <a:r>
              <a:rPr lang="en-US" b="1" dirty="0" smtClean="0"/>
              <a:t> = broadcast domain = logical network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520426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00548F"/>
                </a:solidFill>
              </a:rPr>
              <a:t>Spanning Tree Protocol - </a:t>
            </a:r>
            <a:r>
              <a:rPr lang="en-US" b="1" dirty="0" err="1" smtClean="0">
                <a:solidFill>
                  <a:srgbClr val="00548F"/>
                </a:solidFill>
              </a:rPr>
              <a:t>STP</a:t>
            </a:r>
            <a:endParaRPr lang="en-US" b="1" dirty="0">
              <a:solidFill>
                <a:srgbClr val="00548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Mục</a:t>
            </a:r>
            <a:r>
              <a:rPr lang="en-US" dirty="0" smtClean="0"/>
              <a:t> </a:t>
            </a:r>
            <a:r>
              <a:rPr lang="en-US" dirty="0" err="1" smtClean="0"/>
              <a:t>tiêu</a:t>
            </a:r>
            <a:r>
              <a:rPr lang="en-US" dirty="0" smtClean="0"/>
              <a:t>: </a:t>
            </a:r>
            <a:r>
              <a:rPr lang="en-US" dirty="0" err="1" smtClean="0"/>
              <a:t>chống</a:t>
            </a:r>
            <a:r>
              <a:rPr lang="en-US" dirty="0" smtClean="0"/>
              <a:t> switching loop</a:t>
            </a:r>
          </a:p>
          <a:p>
            <a:r>
              <a:rPr lang="en-US" dirty="0" err="1" smtClean="0"/>
              <a:t>Cơ</a:t>
            </a:r>
            <a:r>
              <a:rPr lang="en-US" dirty="0" smtClean="0"/>
              <a:t> </a:t>
            </a:r>
            <a:r>
              <a:rPr lang="en-US" dirty="0" err="1" smtClean="0"/>
              <a:t>chế</a:t>
            </a:r>
            <a:r>
              <a:rPr lang="en-US" dirty="0" smtClean="0"/>
              <a:t> </a:t>
            </a:r>
            <a:r>
              <a:rPr lang="en-US" dirty="0" err="1" smtClean="0"/>
              <a:t>hoạt</a:t>
            </a:r>
            <a:r>
              <a:rPr lang="en-US" dirty="0" smtClean="0"/>
              <a:t> </a:t>
            </a:r>
            <a:r>
              <a:rPr lang="en-US" dirty="0" err="1" smtClean="0"/>
              <a:t>động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Root switch (root bridge)</a:t>
            </a:r>
          </a:p>
          <a:p>
            <a:pPr lvl="1"/>
            <a:r>
              <a:rPr lang="en-US" dirty="0" smtClean="0"/>
              <a:t>Root ports</a:t>
            </a:r>
          </a:p>
          <a:p>
            <a:pPr lvl="1"/>
            <a:r>
              <a:rPr lang="en-US" dirty="0" smtClean="0"/>
              <a:t>Designated ports (DP)</a:t>
            </a:r>
          </a:p>
          <a:p>
            <a:pPr lvl="1"/>
            <a:r>
              <a:rPr lang="en-US" dirty="0" smtClean="0"/>
              <a:t>Non DP </a:t>
            </a:r>
            <a:r>
              <a:rPr lang="en-US" dirty="0" smtClean="0">
                <a:sym typeface="Wingdings" pitchFamily="2" charset="2"/>
              </a:rPr>
              <a:t> blocked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4237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rgbClr val="00548F"/>
                </a:solidFill>
              </a:rPr>
              <a:t>Định</a:t>
            </a:r>
            <a:r>
              <a:rPr lang="en-US" b="1" dirty="0" smtClean="0">
                <a:solidFill>
                  <a:srgbClr val="00548F"/>
                </a:solidFill>
              </a:rPr>
              <a:t> </a:t>
            </a:r>
            <a:r>
              <a:rPr lang="en-US" b="1" dirty="0" err="1" smtClean="0">
                <a:solidFill>
                  <a:srgbClr val="00548F"/>
                </a:solidFill>
              </a:rPr>
              <a:t>tuyến</a:t>
            </a:r>
            <a:endParaRPr lang="en-US" b="1" dirty="0">
              <a:solidFill>
                <a:srgbClr val="00548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Mục</a:t>
            </a:r>
            <a:r>
              <a:rPr lang="en-US" dirty="0" smtClean="0"/>
              <a:t> </a:t>
            </a:r>
            <a:r>
              <a:rPr lang="en-US" dirty="0" err="1" smtClean="0"/>
              <a:t>tiêu</a:t>
            </a:r>
            <a:r>
              <a:rPr lang="en-US" dirty="0" smtClean="0"/>
              <a:t>: </a:t>
            </a:r>
            <a:r>
              <a:rPr lang="en-US" dirty="0" err="1" smtClean="0"/>
              <a:t>xây</a:t>
            </a:r>
            <a:r>
              <a:rPr lang="en-US" dirty="0" smtClean="0"/>
              <a:t> </a:t>
            </a:r>
            <a:r>
              <a:rPr lang="en-US" dirty="0" err="1" smtClean="0"/>
              <a:t>dựng</a:t>
            </a:r>
            <a:r>
              <a:rPr lang="en-US" dirty="0" smtClean="0"/>
              <a:t> </a:t>
            </a:r>
            <a:r>
              <a:rPr lang="en-US" dirty="0" err="1" smtClean="0"/>
              <a:t>bảng</a:t>
            </a:r>
            <a:r>
              <a:rPr lang="en-US" dirty="0" smtClean="0"/>
              <a:t> </a:t>
            </a:r>
            <a:r>
              <a:rPr lang="en-US" dirty="0" err="1" smtClean="0"/>
              <a:t>đường</a:t>
            </a:r>
            <a:r>
              <a:rPr lang="en-US" dirty="0" smtClean="0"/>
              <a:t> </a:t>
            </a:r>
            <a:r>
              <a:rPr lang="en-US" dirty="0" err="1" smtClean="0"/>
              <a:t>đi</a:t>
            </a:r>
            <a:r>
              <a:rPr lang="en-US" dirty="0" smtClean="0"/>
              <a:t> </a:t>
            </a:r>
          </a:p>
          <a:p>
            <a:r>
              <a:rPr lang="en-US" dirty="0" err="1" smtClean="0"/>
              <a:t>Phân</a:t>
            </a:r>
            <a:r>
              <a:rPr lang="en-US" dirty="0" smtClean="0"/>
              <a:t> </a:t>
            </a:r>
            <a:r>
              <a:rPr lang="en-US" dirty="0" err="1" smtClean="0"/>
              <a:t>loại</a:t>
            </a:r>
            <a:r>
              <a:rPr lang="en-US" dirty="0" smtClean="0"/>
              <a:t>: </a:t>
            </a:r>
          </a:p>
          <a:p>
            <a:pPr lvl="1"/>
            <a:r>
              <a:rPr lang="en-US" dirty="0" smtClean="0"/>
              <a:t>Static routing</a:t>
            </a:r>
          </a:p>
          <a:p>
            <a:pPr lvl="1"/>
            <a:r>
              <a:rPr lang="en-US" dirty="0" smtClean="0"/>
              <a:t>Dynamic routing: RIP, </a:t>
            </a:r>
            <a:r>
              <a:rPr lang="en-US" dirty="0" err="1" smtClean="0"/>
              <a:t>OSPF</a:t>
            </a:r>
            <a:r>
              <a:rPr lang="en-US" dirty="0" smtClean="0"/>
              <a:t>, </a:t>
            </a:r>
            <a:r>
              <a:rPr lang="en-US" dirty="0" err="1" smtClean="0"/>
              <a:t>EIGRP</a:t>
            </a:r>
            <a:r>
              <a:rPr lang="en-US" dirty="0" smtClean="0"/>
              <a:t>,…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4237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00548F"/>
                </a:solidFill>
              </a:rPr>
              <a:t>Switch layer 3 (</a:t>
            </a:r>
            <a:r>
              <a:rPr lang="en-US" b="1" dirty="0" err="1" smtClean="0">
                <a:solidFill>
                  <a:srgbClr val="00548F"/>
                </a:solidFill>
              </a:rPr>
              <a:t>MultiLayer</a:t>
            </a:r>
            <a:r>
              <a:rPr lang="en-US" b="1" dirty="0" smtClean="0">
                <a:solidFill>
                  <a:srgbClr val="00548F"/>
                </a:solidFill>
              </a:rPr>
              <a:t> Switch)</a:t>
            </a:r>
            <a:endParaRPr lang="en-US" b="1" dirty="0">
              <a:solidFill>
                <a:srgbClr val="00548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Dùng</a:t>
            </a:r>
            <a:r>
              <a:rPr lang="en-US" dirty="0" smtClean="0"/>
              <a:t> </a:t>
            </a:r>
            <a:r>
              <a:rPr lang="en-US" dirty="0" err="1" smtClean="0"/>
              <a:t>nhiều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tế</a:t>
            </a:r>
            <a:endParaRPr lang="en-US" dirty="0" smtClean="0"/>
          </a:p>
          <a:p>
            <a:r>
              <a:rPr lang="en-US" dirty="0" err="1" smtClean="0"/>
              <a:t>Làm</a:t>
            </a:r>
            <a:r>
              <a:rPr lang="en-US" dirty="0" smtClean="0"/>
              <a:t> </a:t>
            </a:r>
            <a:r>
              <a:rPr lang="en-US" dirty="0" err="1" smtClean="0"/>
              <a:t>chức</a:t>
            </a:r>
            <a:r>
              <a:rPr lang="en-US" dirty="0" smtClean="0"/>
              <a:t> </a:t>
            </a:r>
            <a:r>
              <a:rPr lang="en-US" dirty="0" err="1" smtClean="0"/>
              <a:t>năng</a:t>
            </a:r>
            <a:r>
              <a:rPr lang="en-US" dirty="0" smtClean="0"/>
              <a:t> </a:t>
            </a:r>
            <a:r>
              <a:rPr lang="en-US" b="1" dirty="0" smtClean="0"/>
              <a:t>Switch &amp; Router</a:t>
            </a:r>
          </a:p>
          <a:p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lưu</a:t>
            </a:r>
            <a:r>
              <a:rPr lang="en-US" dirty="0" smtClean="0"/>
              <a:t> ý </a:t>
            </a:r>
            <a:r>
              <a:rPr lang="en-US" dirty="0" err="1" smtClean="0"/>
              <a:t>khi</a:t>
            </a:r>
            <a:r>
              <a:rPr lang="en-US" dirty="0" smtClean="0"/>
              <a:t> </a:t>
            </a:r>
            <a:r>
              <a:rPr lang="en-US" dirty="0" err="1" smtClean="0"/>
              <a:t>cấu</a:t>
            </a:r>
            <a:r>
              <a:rPr lang="en-US" dirty="0" smtClean="0"/>
              <a:t> </a:t>
            </a:r>
            <a:r>
              <a:rPr lang="en-US" dirty="0" err="1" smtClean="0"/>
              <a:t>hình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tuyến</a:t>
            </a:r>
            <a:endParaRPr lang="en-US" dirty="0" smtClean="0"/>
          </a:p>
          <a:p>
            <a:pPr lvl="1"/>
            <a:r>
              <a:rPr lang="en-US" dirty="0" err="1" smtClean="0"/>
              <a:t>Bật</a:t>
            </a:r>
            <a:r>
              <a:rPr lang="en-US" dirty="0" smtClean="0"/>
              <a:t> </a:t>
            </a:r>
            <a:r>
              <a:rPr lang="en-US" dirty="0" err="1" smtClean="0"/>
              <a:t>chức</a:t>
            </a:r>
            <a:r>
              <a:rPr lang="en-US" dirty="0" smtClean="0"/>
              <a:t> </a:t>
            </a:r>
            <a:r>
              <a:rPr lang="en-US" dirty="0" err="1" smtClean="0"/>
              <a:t>năng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tuyến</a:t>
            </a:r>
            <a:endParaRPr lang="en-US" dirty="0"/>
          </a:p>
          <a:p>
            <a:pPr lvl="1"/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lưu</a:t>
            </a:r>
            <a:r>
              <a:rPr lang="en-US" dirty="0" smtClean="0"/>
              <a:t> ý </a:t>
            </a:r>
            <a:r>
              <a:rPr lang="en-US" dirty="0" err="1" smtClean="0"/>
              <a:t>khi</a:t>
            </a:r>
            <a:r>
              <a:rPr lang="en-US" dirty="0" smtClean="0"/>
              <a:t> </a:t>
            </a:r>
            <a:r>
              <a:rPr lang="en-US" dirty="0" err="1" smtClean="0"/>
              <a:t>cấu</a:t>
            </a:r>
            <a:r>
              <a:rPr lang="en-US" dirty="0" smtClean="0"/>
              <a:t> </a:t>
            </a:r>
            <a:r>
              <a:rPr lang="en-US" dirty="0" err="1" smtClean="0"/>
              <a:t>hình</a:t>
            </a:r>
            <a:r>
              <a:rPr lang="en-US" dirty="0" smtClean="0"/>
              <a:t> static route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4237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rgbClr val="00548F"/>
                </a:solidFill>
              </a:rPr>
              <a:t>Thực</a:t>
            </a:r>
            <a:r>
              <a:rPr lang="en-US" b="1" dirty="0" smtClean="0">
                <a:solidFill>
                  <a:srgbClr val="00548F"/>
                </a:solidFill>
              </a:rPr>
              <a:t> </a:t>
            </a:r>
            <a:r>
              <a:rPr lang="en-US" b="1" dirty="0" err="1" smtClean="0">
                <a:solidFill>
                  <a:srgbClr val="00548F"/>
                </a:solidFill>
              </a:rPr>
              <a:t>hành</a:t>
            </a:r>
            <a:endParaRPr lang="en-US" b="1" dirty="0">
              <a:solidFill>
                <a:srgbClr val="00548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90800" y="1721108"/>
            <a:ext cx="6019800" cy="4525963"/>
          </a:xfrm>
        </p:spPr>
        <p:txBody>
          <a:bodyPr/>
          <a:lstStyle/>
          <a:p>
            <a:pPr marL="0" lvl="0" indent="0">
              <a:buNone/>
            </a:pPr>
            <a:r>
              <a:rPr lang="en-US" sz="1800" dirty="0" smtClean="0"/>
              <a:t>1. </a:t>
            </a:r>
            <a:r>
              <a:rPr lang="en-US" sz="1800" dirty="0" err="1" smtClean="0"/>
              <a:t>Giới</a:t>
            </a:r>
            <a:r>
              <a:rPr lang="en-US" sz="1800" dirty="0" smtClean="0"/>
              <a:t> </a:t>
            </a:r>
            <a:r>
              <a:rPr lang="en-US" sz="1800" dirty="0" err="1"/>
              <a:t>thiệu</a:t>
            </a:r>
            <a:endParaRPr lang="en-US" sz="1800" dirty="0"/>
          </a:p>
          <a:p>
            <a:pPr marL="0" lvl="0" indent="0">
              <a:buNone/>
            </a:pPr>
            <a:r>
              <a:rPr lang="en-US" sz="1800" dirty="0" smtClean="0"/>
              <a:t>2. </a:t>
            </a:r>
            <a:r>
              <a:rPr lang="en-US" sz="1800" dirty="0" err="1" smtClean="0"/>
              <a:t>Mục</a:t>
            </a:r>
            <a:r>
              <a:rPr lang="en-US" sz="1800" dirty="0" smtClean="0"/>
              <a:t> </a:t>
            </a:r>
            <a:r>
              <a:rPr lang="en-US" sz="1800" dirty="0" err="1"/>
              <a:t>tiêu</a:t>
            </a:r>
            <a:r>
              <a:rPr lang="en-US" sz="1800" dirty="0"/>
              <a:t> </a:t>
            </a:r>
            <a:r>
              <a:rPr lang="en-US" sz="1800" dirty="0" err="1"/>
              <a:t>thiết</a:t>
            </a:r>
            <a:r>
              <a:rPr lang="en-US" sz="1800" dirty="0"/>
              <a:t> </a:t>
            </a:r>
            <a:r>
              <a:rPr lang="en-US" sz="1800" dirty="0" err="1"/>
              <a:t>kế</a:t>
            </a:r>
            <a:endParaRPr lang="en-US" sz="1800" dirty="0"/>
          </a:p>
          <a:p>
            <a:pPr marL="457200" lvl="1" indent="0">
              <a:buNone/>
            </a:pPr>
            <a:r>
              <a:rPr lang="en-US" sz="1600" dirty="0" err="1"/>
              <a:t>Mục</a:t>
            </a:r>
            <a:r>
              <a:rPr lang="en-US" sz="1600" dirty="0"/>
              <a:t> </a:t>
            </a:r>
            <a:r>
              <a:rPr lang="en-US" sz="1600" dirty="0" err="1"/>
              <a:t>tiêu</a:t>
            </a:r>
            <a:r>
              <a:rPr lang="en-US" sz="1600" dirty="0"/>
              <a:t> </a:t>
            </a:r>
            <a:r>
              <a:rPr lang="en-US" sz="1600" dirty="0" err="1"/>
              <a:t>của</a:t>
            </a:r>
            <a:r>
              <a:rPr lang="en-US" sz="1600" dirty="0"/>
              <a:t> </a:t>
            </a:r>
            <a:r>
              <a:rPr lang="en-US" sz="1600" dirty="0" err="1"/>
              <a:t>tổ</a:t>
            </a:r>
            <a:r>
              <a:rPr lang="en-US" sz="1600" dirty="0"/>
              <a:t> </a:t>
            </a:r>
            <a:r>
              <a:rPr lang="en-US" sz="1600" dirty="0" err="1"/>
              <a:t>chức</a:t>
            </a:r>
            <a:endParaRPr lang="en-US" sz="1600" dirty="0"/>
          </a:p>
          <a:p>
            <a:pPr marL="457200" lvl="1" indent="0">
              <a:buNone/>
            </a:pPr>
            <a:r>
              <a:rPr lang="en-US" sz="1600" dirty="0" err="1"/>
              <a:t>Mục</a:t>
            </a:r>
            <a:r>
              <a:rPr lang="en-US" sz="1600" dirty="0"/>
              <a:t> </a:t>
            </a:r>
            <a:r>
              <a:rPr lang="en-US" sz="1600" dirty="0" err="1"/>
              <a:t>tiêu</a:t>
            </a:r>
            <a:r>
              <a:rPr lang="en-US" sz="1600" dirty="0"/>
              <a:t> </a:t>
            </a:r>
            <a:r>
              <a:rPr lang="en-US" sz="1600" dirty="0" err="1"/>
              <a:t>kỹ</a:t>
            </a:r>
            <a:r>
              <a:rPr lang="en-US" sz="1600" dirty="0"/>
              <a:t> </a:t>
            </a:r>
            <a:r>
              <a:rPr lang="en-US" sz="1600" dirty="0" err="1" smtClean="0"/>
              <a:t>thuật</a:t>
            </a:r>
            <a:endParaRPr lang="en-US" sz="1600" dirty="0"/>
          </a:p>
          <a:p>
            <a:pPr marL="0" lvl="0" indent="0">
              <a:buNone/>
            </a:pPr>
            <a:r>
              <a:rPr lang="en-US" sz="1800" dirty="0" smtClean="0"/>
              <a:t>3. </a:t>
            </a:r>
            <a:r>
              <a:rPr lang="en-US" sz="1800" dirty="0" err="1" smtClean="0"/>
              <a:t>Phân</a:t>
            </a:r>
            <a:r>
              <a:rPr lang="en-US" sz="1800" dirty="0" smtClean="0"/>
              <a:t> </a:t>
            </a:r>
            <a:r>
              <a:rPr lang="en-US" sz="1800" dirty="0" err="1" smtClean="0"/>
              <a:t>tích</a:t>
            </a:r>
            <a:r>
              <a:rPr lang="en-US" sz="1800" dirty="0" smtClean="0"/>
              <a:t> </a:t>
            </a:r>
            <a:r>
              <a:rPr lang="en-US" sz="1800" dirty="0" err="1" smtClean="0"/>
              <a:t>yêu</a:t>
            </a:r>
            <a:r>
              <a:rPr lang="en-US" sz="1800" dirty="0" smtClean="0"/>
              <a:t> </a:t>
            </a:r>
            <a:r>
              <a:rPr lang="en-US" sz="1800" dirty="0" err="1" smtClean="0"/>
              <a:t>cầu</a:t>
            </a:r>
            <a:r>
              <a:rPr lang="en-US" sz="1800" dirty="0" smtClean="0"/>
              <a:t> </a:t>
            </a:r>
            <a:r>
              <a:rPr lang="en-US" sz="1800" dirty="0" err="1" smtClean="0"/>
              <a:t>thiết</a:t>
            </a:r>
            <a:r>
              <a:rPr lang="en-US" sz="1800" dirty="0" smtClean="0"/>
              <a:t> </a:t>
            </a:r>
            <a:r>
              <a:rPr lang="en-US" sz="1800" dirty="0" err="1" smtClean="0"/>
              <a:t>kế</a:t>
            </a:r>
            <a:endParaRPr lang="en-US" sz="1800" dirty="0" smtClean="0"/>
          </a:p>
          <a:p>
            <a:pPr marL="0" lvl="0" indent="0">
              <a:buNone/>
            </a:pPr>
            <a:r>
              <a:rPr lang="en-US" sz="1800" dirty="0" smtClean="0"/>
              <a:t>4.  </a:t>
            </a:r>
            <a:r>
              <a:rPr lang="en-US" sz="1800" dirty="0" err="1" smtClean="0"/>
              <a:t>Sơ</a:t>
            </a:r>
            <a:r>
              <a:rPr lang="en-US" sz="1800" dirty="0" smtClean="0"/>
              <a:t> </a:t>
            </a:r>
            <a:r>
              <a:rPr lang="en-US" sz="1800" dirty="0" err="1"/>
              <a:t>đồ</a:t>
            </a:r>
            <a:r>
              <a:rPr lang="en-US" sz="1800" dirty="0"/>
              <a:t> </a:t>
            </a:r>
            <a:r>
              <a:rPr lang="en-US" sz="1800" dirty="0" err="1"/>
              <a:t>mạng</a:t>
            </a:r>
            <a:endParaRPr lang="en-US" sz="1800" dirty="0"/>
          </a:p>
          <a:p>
            <a:pPr marL="457200" lvl="1" indent="0">
              <a:buNone/>
            </a:pPr>
            <a:r>
              <a:rPr lang="en-US" sz="1600" dirty="0" err="1"/>
              <a:t>Sơ</a:t>
            </a:r>
            <a:r>
              <a:rPr lang="en-US" sz="1600" dirty="0"/>
              <a:t> </a:t>
            </a:r>
            <a:r>
              <a:rPr lang="en-US" sz="1600" dirty="0" err="1"/>
              <a:t>đồ</a:t>
            </a:r>
            <a:r>
              <a:rPr lang="en-US" sz="1600" dirty="0"/>
              <a:t> </a:t>
            </a:r>
            <a:r>
              <a:rPr lang="en-US" sz="1600" dirty="0" err="1"/>
              <a:t>luận</a:t>
            </a:r>
            <a:r>
              <a:rPr lang="en-US" sz="1600" dirty="0"/>
              <a:t> </a:t>
            </a:r>
            <a:r>
              <a:rPr lang="en-US" sz="1600" dirty="0" err="1"/>
              <a:t>lý</a:t>
            </a:r>
            <a:endParaRPr lang="en-US" sz="1600" dirty="0"/>
          </a:p>
          <a:p>
            <a:pPr marL="457200" lvl="1" indent="0">
              <a:buNone/>
            </a:pPr>
            <a:r>
              <a:rPr lang="en-US" sz="1600" dirty="0" err="1"/>
              <a:t>Sơ</a:t>
            </a:r>
            <a:r>
              <a:rPr lang="en-US" sz="1600" dirty="0"/>
              <a:t> </a:t>
            </a:r>
            <a:r>
              <a:rPr lang="en-US" sz="1600" dirty="0" err="1"/>
              <a:t>đồ</a:t>
            </a:r>
            <a:r>
              <a:rPr lang="en-US" sz="1600" dirty="0"/>
              <a:t> </a:t>
            </a:r>
            <a:r>
              <a:rPr lang="en-US" sz="1600" dirty="0" err="1"/>
              <a:t>vật</a:t>
            </a:r>
            <a:r>
              <a:rPr lang="en-US" sz="1600" dirty="0"/>
              <a:t> </a:t>
            </a:r>
            <a:r>
              <a:rPr lang="en-US" sz="1600" dirty="0" err="1"/>
              <a:t>lý</a:t>
            </a:r>
            <a:endParaRPr lang="en-US" sz="1600" dirty="0"/>
          </a:p>
          <a:p>
            <a:pPr marL="0" lvl="0" indent="0">
              <a:buNone/>
            </a:pPr>
            <a:r>
              <a:rPr lang="en-US" sz="1800" dirty="0"/>
              <a:t>5</a:t>
            </a:r>
            <a:r>
              <a:rPr lang="en-US" sz="1800" dirty="0" smtClean="0"/>
              <a:t>. </a:t>
            </a:r>
            <a:r>
              <a:rPr lang="en-US" sz="1800" dirty="0" err="1" smtClean="0"/>
              <a:t>Quy</a:t>
            </a:r>
            <a:r>
              <a:rPr lang="en-US" sz="1800" dirty="0" smtClean="0"/>
              <a:t> </a:t>
            </a:r>
            <a:r>
              <a:rPr lang="en-US" sz="1800" dirty="0" err="1"/>
              <a:t>hoạch</a:t>
            </a:r>
            <a:r>
              <a:rPr lang="en-US" sz="1800" dirty="0"/>
              <a:t> </a:t>
            </a:r>
            <a:r>
              <a:rPr lang="en-US" sz="1800" dirty="0" err="1"/>
              <a:t>địa</a:t>
            </a:r>
            <a:r>
              <a:rPr lang="en-US" sz="1800" dirty="0"/>
              <a:t> </a:t>
            </a:r>
            <a:r>
              <a:rPr lang="en-US" sz="1800" dirty="0" err="1"/>
              <a:t>chỉ</a:t>
            </a:r>
            <a:r>
              <a:rPr lang="en-US" sz="1800" dirty="0"/>
              <a:t> IP</a:t>
            </a:r>
          </a:p>
          <a:p>
            <a:pPr marL="0" lvl="0" indent="0">
              <a:buNone/>
            </a:pPr>
            <a:r>
              <a:rPr lang="en-US" sz="1800" dirty="0"/>
              <a:t>6</a:t>
            </a:r>
            <a:r>
              <a:rPr lang="en-US" sz="1800" dirty="0" smtClean="0"/>
              <a:t>. </a:t>
            </a:r>
            <a:r>
              <a:rPr lang="en-US" sz="1800" dirty="0" err="1" smtClean="0"/>
              <a:t>Các</a:t>
            </a:r>
            <a:r>
              <a:rPr lang="en-US" sz="1800" dirty="0" smtClean="0"/>
              <a:t> </a:t>
            </a:r>
            <a:r>
              <a:rPr lang="en-US" sz="1800" dirty="0" err="1"/>
              <a:t>kỹ</a:t>
            </a:r>
            <a:r>
              <a:rPr lang="en-US" sz="1800" dirty="0"/>
              <a:t> </a:t>
            </a:r>
            <a:r>
              <a:rPr lang="en-US" sz="1800" dirty="0" err="1"/>
              <a:t>thuật</a:t>
            </a:r>
            <a:r>
              <a:rPr lang="en-US" sz="1800" dirty="0"/>
              <a:t> </a:t>
            </a:r>
            <a:r>
              <a:rPr lang="en-US" sz="1800" dirty="0" err="1"/>
              <a:t>triển</a:t>
            </a:r>
            <a:r>
              <a:rPr lang="en-US" sz="1800" dirty="0"/>
              <a:t> </a:t>
            </a:r>
            <a:r>
              <a:rPr lang="en-US" sz="1800" dirty="0" err="1"/>
              <a:t>khai</a:t>
            </a:r>
            <a:endParaRPr lang="en-US" sz="1800" dirty="0"/>
          </a:p>
          <a:p>
            <a:pPr marL="457200" lvl="1" indent="0">
              <a:buNone/>
            </a:pPr>
            <a:r>
              <a:rPr lang="en-US" sz="1600" dirty="0" err="1"/>
              <a:t>Cài</a:t>
            </a:r>
            <a:r>
              <a:rPr lang="en-US" sz="1600" dirty="0"/>
              <a:t> </a:t>
            </a:r>
            <a:r>
              <a:rPr lang="en-US" sz="1600" dirty="0" err="1"/>
              <a:t>đặt</a:t>
            </a:r>
            <a:r>
              <a:rPr lang="en-US" sz="1600" dirty="0"/>
              <a:t> &amp; </a:t>
            </a:r>
            <a:r>
              <a:rPr lang="en-US" sz="1600" dirty="0" err="1"/>
              <a:t>cấu</a:t>
            </a:r>
            <a:r>
              <a:rPr lang="en-US" sz="1600" dirty="0"/>
              <a:t> </a:t>
            </a:r>
            <a:r>
              <a:rPr lang="en-US" sz="1600" dirty="0" err="1"/>
              <a:t>hình</a:t>
            </a:r>
            <a:endParaRPr lang="en-US" sz="1600" dirty="0"/>
          </a:p>
          <a:p>
            <a:pPr marL="457200" lvl="1" indent="0">
              <a:buNone/>
            </a:pPr>
            <a:r>
              <a:rPr lang="en-US" sz="1600" dirty="0" err="1"/>
              <a:t>Cài</a:t>
            </a:r>
            <a:r>
              <a:rPr lang="en-US" sz="1600" dirty="0"/>
              <a:t> </a:t>
            </a:r>
            <a:r>
              <a:rPr lang="en-US" sz="1600" dirty="0" err="1"/>
              <a:t>đặt</a:t>
            </a:r>
            <a:r>
              <a:rPr lang="en-US" sz="1600" dirty="0"/>
              <a:t> &amp; </a:t>
            </a:r>
            <a:r>
              <a:rPr lang="en-US" sz="1600" dirty="0" err="1"/>
              <a:t>cấu</a:t>
            </a:r>
            <a:r>
              <a:rPr lang="en-US" sz="1600" dirty="0"/>
              <a:t> </a:t>
            </a:r>
            <a:r>
              <a:rPr lang="en-US" sz="1600" dirty="0" err="1"/>
              <a:t>hình</a:t>
            </a:r>
            <a:endParaRPr lang="en-US" sz="1600" dirty="0"/>
          </a:p>
          <a:p>
            <a:pPr marL="0" lvl="0" indent="0">
              <a:buNone/>
            </a:pPr>
            <a:r>
              <a:rPr lang="en-US" sz="1800" dirty="0"/>
              <a:t>7</a:t>
            </a:r>
            <a:r>
              <a:rPr lang="en-US" sz="1800" dirty="0" smtClean="0"/>
              <a:t>. </a:t>
            </a:r>
            <a:r>
              <a:rPr lang="en-US" sz="1800" dirty="0" err="1" smtClean="0"/>
              <a:t>Danh</a:t>
            </a:r>
            <a:r>
              <a:rPr lang="en-US" sz="1800" dirty="0" smtClean="0"/>
              <a:t> </a:t>
            </a:r>
            <a:r>
              <a:rPr lang="en-US" sz="1800" dirty="0" err="1"/>
              <a:t>mục</a:t>
            </a:r>
            <a:r>
              <a:rPr lang="en-US" sz="1800" dirty="0"/>
              <a:t> </a:t>
            </a:r>
            <a:r>
              <a:rPr lang="en-US" sz="1800" dirty="0" err="1"/>
              <a:t>thiết</a:t>
            </a:r>
            <a:r>
              <a:rPr lang="en-US" sz="1800" dirty="0"/>
              <a:t> </a:t>
            </a:r>
            <a:r>
              <a:rPr lang="en-US" sz="1800" dirty="0" err="1"/>
              <a:t>bị</a:t>
            </a:r>
            <a:endParaRPr lang="en-US" sz="1800" dirty="0"/>
          </a:p>
          <a:p>
            <a:pPr marL="0" lvl="0" indent="0">
              <a:buNone/>
            </a:pPr>
            <a:r>
              <a:rPr lang="en-US" sz="1800" dirty="0"/>
              <a:t>8</a:t>
            </a:r>
            <a:r>
              <a:rPr lang="en-US" sz="1800" dirty="0" smtClean="0"/>
              <a:t>. </a:t>
            </a:r>
            <a:r>
              <a:rPr lang="en-US" sz="1800" dirty="0" err="1" smtClean="0"/>
              <a:t>Dự</a:t>
            </a:r>
            <a:r>
              <a:rPr lang="en-US" sz="1800" dirty="0" smtClean="0"/>
              <a:t> </a:t>
            </a:r>
            <a:r>
              <a:rPr lang="en-US" sz="1800" dirty="0" err="1"/>
              <a:t>toán</a:t>
            </a:r>
            <a:r>
              <a:rPr lang="en-US" sz="1800" dirty="0"/>
              <a:t> </a:t>
            </a:r>
            <a:r>
              <a:rPr lang="en-US" sz="1800" dirty="0" err="1"/>
              <a:t>đầu</a:t>
            </a:r>
            <a:r>
              <a:rPr lang="en-US" sz="1800" dirty="0"/>
              <a:t> </a:t>
            </a:r>
            <a:r>
              <a:rPr lang="en-US" sz="1800" dirty="0" err="1"/>
              <a:t>tư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9</a:t>
            </a:r>
            <a:r>
              <a:rPr lang="en-US" sz="1800" dirty="0" smtClean="0"/>
              <a:t>. </a:t>
            </a:r>
            <a:r>
              <a:rPr lang="en-US" sz="1800" dirty="0" err="1" smtClean="0"/>
              <a:t>Kết</a:t>
            </a:r>
            <a:r>
              <a:rPr lang="en-US" sz="1800" dirty="0" smtClean="0"/>
              <a:t> </a:t>
            </a:r>
            <a:r>
              <a:rPr lang="en-US" sz="1800" dirty="0" err="1"/>
              <a:t>luận</a:t>
            </a:r>
            <a:endParaRPr lang="en-US" sz="1800" dirty="0"/>
          </a:p>
        </p:txBody>
      </p:sp>
      <p:sp>
        <p:nvSpPr>
          <p:cNvPr id="4" name="Rectangle 3"/>
          <p:cNvSpPr/>
          <p:nvPr/>
        </p:nvSpPr>
        <p:spPr>
          <a:xfrm>
            <a:off x="914400" y="1088579"/>
            <a:ext cx="5207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spcBef>
                <a:spcPct val="20000"/>
              </a:spcBef>
              <a:buFont typeface="Arial" charset="0"/>
              <a:buChar char="•"/>
            </a:pPr>
            <a:r>
              <a:rPr lang="en-US" sz="3200" b="0" dirty="0" err="1">
                <a:solidFill>
                  <a:prstClr val="black"/>
                </a:solidFill>
                <a:latin typeface="Calibri"/>
                <a:ea typeface="+mn-ea"/>
              </a:rPr>
              <a:t>Bố</a:t>
            </a:r>
            <a:r>
              <a:rPr lang="en-US" sz="3200" b="0" dirty="0">
                <a:solidFill>
                  <a:prstClr val="black"/>
                </a:solidFill>
                <a:latin typeface="Calibri"/>
                <a:ea typeface="+mn-ea"/>
              </a:rPr>
              <a:t> </a:t>
            </a:r>
            <a:r>
              <a:rPr lang="en-US" sz="3200" b="0" dirty="0" err="1">
                <a:solidFill>
                  <a:prstClr val="black"/>
                </a:solidFill>
                <a:latin typeface="Calibri"/>
                <a:ea typeface="+mn-ea"/>
              </a:rPr>
              <a:t>cục</a:t>
            </a:r>
            <a:r>
              <a:rPr lang="en-US" sz="3200" b="0" dirty="0">
                <a:solidFill>
                  <a:prstClr val="black"/>
                </a:solidFill>
                <a:latin typeface="Calibri"/>
                <a:ea typeface="+mn-ea"/>
              </a:rPr>
              <a:t> </a:t>
            </a:r>
            <a:r>
              <a:rPr lang="en-US" sz="3200" b="0" dirty="0" err="1">
                <a:solidFill>
                  <a:prstClr val="black"/>
                </a:solidFill>
                <a:latin typeface="Calibri"/>
                <a:ea typeface="+mn-ea"/>
              </a:rPr>
              <a:t>bài</a:t>
            </a:r>
            <a:r>
              <a:rPr lang="en-US" sz="3200" b="0" dirty="0">
                <a:solidFill>
                  <a:prstClr val="black"/>
                </a:solidFill>
                <a:latin typeface="Calibri"/>
                <a:ea typeface="+mn-ea"/>
              </a:rPr>
              <a:t> </a:t>
            </a:r>
            <a:r>
              <a:rPr lang="en-US" sz="3200" b="0" dirty="0" err="1">
                <a:solidFill>
                  <a:prstClr val="black"/>
                </a:solidFill>
                <a:latin typeface="Calibri"/>
                <a:ea typeface="+mn-ea"/>
              </a:rPr>
              <a:t>báo</a:t>
            </a:r>
            <a:r>
              <a:rPr lang="en-US" sz="3200" b="0" dirty="0">
                <a:solidFill>
                  <a:prstClr val="black"/>
                </a:solidFill>
                <a:latin typeface="Calibri"/>
                <a:ea typeface="+mn-ea"/>
              </a:rPr>
              <a:t> </a:t>
            </a:r>
            <a:r>
              <a:rPr lang="en-US" sz="3200" b="0" dirty="0" err="1">
                <a:solidFill>
                  <a:prstClr val="black"/>
                </a:solidFill>
                <a:latin typeface="Calibri"/>
                <a:ea typeface="+mn-ea"/>
              </a:rPr>
              <a:t>cáo</a:t>
            </a:r>
            <a:r>
              <a:rPr lang="en-US" sz="3200" b="0" dirty="0">
                <a:solidFill>
                  <a:prstClr val="black"/>
                </a:solidFill>
                <a:latin typeface="Calibri"/>
                <a:ea typeface="+mn-ea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936297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rgbClr val="00548F"/>
                </a:solidFill>
              </a:rPr>
              <a:t>Thực</a:t>
            </a:r>
            <a:r>
              <a:rPr lang="en-US" b="1" dirty="0" smtClean="0">
                <a:solidFill>
                  <a:srgbClr val="00548F"/>
                </a:solidFill>
              </a:rPr>
              <a:t> </a:t>
            </a:r>
            <a:r>
              <a:rPr lang="en-US" b="1" dirty="0" err="1" smtClean="0">
                <a:solidFill>
                  <a:srgbClr val="00548F"/>
                </a:solidFill>
              </a:rPr>
              <a:t>hành</a:t>
            </a:r>
            <a:endParaRPr lang="en-US" b="1" dirty="0">
              <a:solidFill>
                <a:srgbClr val="00548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Sơ</a:t>
            </a:r>
            <a:r>
              <a:rPr lang="en-US" dirty="0" smtClean="0"/>
              <a:t> </a:t>
            </a:r>
            <a:r>
              <a:rPr lang="en-US" dirty="0" err="1" smtClean="0"/>
              <a:t>đồ</a:t>
            </a:r>
            <a:r>
              <a:rPr lang="en-US" dirty="0" smtClean="0"/>
              <a:t> </a:t>
            </a:r>
            <a:r>
              <a:rPr lang="en-US" dirty="0" err="1" smtClean="0"/>
              <a:t>mạng</a:t>
            </a:r>
            <a:endParaRPr lang="en-US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1391001"/>
              </p:ext>
            </p:extLst>
          </p:nvPr>
        </p:nvGraphicFramePr>
        <p:xfrm>
          <a:off x="1163702" y="2286000"/>
          <a:ext cx="6837298" cy="39167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" name="Visio" r:id="rId3" imgW="8892607" imgH="5102824" progId="Visio.Drawing.11">
                  <p:embed/>
                </p:oleObj>
              </mc:Choice>
              <mc:Fallback>
                <p:oleObj name="Visio" r:id="rId3" imgW="8892607" imgH="5102824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3702" y="2286000"/>
                        <a:ext cx="6837298" cy="391673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34120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rgbClr val="00548F"/>
                </a:solidFill>
              </a:rPr>
              <a:t>Thực</a:t>
            </a:r>
            <a:r>
              <a:rPr lang="en-US" b="1" dirty="0" smtClean="0">
                <a:solidFill>
                  <a:srgbClr val="00548F"/>
                </a:solidFill>
              </a:rPr>
              <a:t> </a:t>
            </a:r>
            <a:r>
              <a:rPr lang="en-US" b="1" dirty="0" err="1" smtClean="0">
                <a:solidFill>
                  <a:srgbClr val="00548F"/>
                </a:solidFill>
              </a:rPr>
              <a:t>hành</a:t>
            </a:r>
            <a:endParaRPr lang="en-US" b="1" dirty="0">
              <a:solidFill>
                <a:srgbClr val="00548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Vẽ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sơ</a:t>
            </a:r>
            <a:r>
              <a:rPr lang="en-US" dirty="0" smtClean="0"/>
              <a:t> </a:t>
            </a:r>
            <a:r>
              <a:rPr lang="en-US" dirty="0" err="1" smtClean="0"/>
              <a:t>đồ</a:t>
            </a:r>
            <a:r>
              <a:rPr lang="en-US" dirty="0" smtClean="0"/>
              <a:t> </a:t>
            </a:r>
            <a:r>
              <a:rPr lang="en-US" dirty="0" err="1" smtClean="0"/>
              <a:t>bằng</a:t>
            </a:r>
            <a:r>
              <a:rPr lang="en-US" dirty="0" smtClean="0"/>
              <a:t> Microsoft Visio</a:t>
            </a:r>
          </a:p>
          <a:p>
            <a:r>
              <a:rPr lang="en-US" dirty="0" smtClean="0"/>
              <a:t>Demo </a:t>
            </a:r>
            <a:r>
              <a:rPr lang="en-US" dirty="0" err="1" smtClean="0"/>
              <a:t>trên</a:t>
            </a:r>
            <a:r>
              <a:rPr lang="en-US" dirty="0" smtClean="0"/>
              <a:t> Packet Tracer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6297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rgbClr val="00548F"/>
                </a:solidFill>
              </a:rPr>
              <a:t>Kết</a:t>
            </a:r>
            <a:r>
              <a:rPr lang="en-US" b="1" dirty="0" smtClean="0">
                <a:solidFill>
                  <a:srgbClr val="00548F"/>
                </a:solidFill>
              </a:rPr>
              <a:t> </a:t>
            </a:r>
            <a:r>
              <a:rPr lang="en-US" b="1" dirty="0" err="1" smtClean="0">
                <a:solidFill>
                  <a:srgbClr val="00548F"/>
                </a:solidFill>
              </a:rPr>
              <a:t>luận</a:t>
            </a:r>
            <a:endParaRPr lang="en-US" b="1" dirty="0">
              <a:solidFill>
                <a:srgbClr val="00548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</a:pP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kỹ</a:t>
            </a:r>
            <a:r>
              <a:rPr lang="en-US" dirty="0" smtClean="0"/>
              <a:t> </a:t>
            </a:r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trên</a:t>
            </a:r>
            <a:r>
              <a:rPr lang="en-US" dirty="0" smtClean="0"/>
              <a:t> </a:t>
            </a:r>
            <a:r>
              <a:rPr lang="en-US" dirty="0" err="1" smtClean="0"/>
              <a:t>hạ</a:t>
            </a:r>
            <a:r>
              <a:rPr lang="en-US" dirty="0" smtClean="0"/>
              <a:t> </a:t>
            </a:r>
            <a:r>
              <a:rPr lang="en-US" dirty="0" err="1" smtClean="0"/>
              <a:t>tầng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dịch</a:t>
            </a:r>
            <a:r>
              <a:rPr lang="en-US" dirty="0" smtClean="0"/>
              <a:t> </a:t>
            </a:r>
            <a:r>
              <a:rPr lang="en-US" dirty="0" err="1" smtClean="0"/>
              <a:t>vụ</a:t>
            </a:r>
            <a:r>
              <a:rPr lang="en-US" dirty="0" smtClean="0"/>
              <a:t> </a:t>
            </a:r>
            <a:r>
              <a:rPr lang="en-US" dirty="0" err="1" smtClean="0"/>
              <a:t>cần</a:t>
            </a:r>
            <a:r>
              <a:rPr lang="en-US" dirty="0" smtClean="0"/>
              <a:t> </a:t>
            </a:r>
            <a:r>
              <a:rPr lang="en-US" dirty="0" err="1" smtClean="0"/>
              <a:t>nắm</a:t>
            </a:r>
            <a:r>
              <a:rPr lang="en-US" dirty="0" smtClean="0"/>
              <a:t> </a:t>
            </a:r>
            <a:r>
              <a:rPr lang="en-US" dirty="0" err="1" smtClean="0"/>
              <a:t>vững</a:t>
            </a:r>
            <a:r>
              <a:rPr lang="en-US" dirty="0" smtClean="0"/>
              <a:t> – </a:t>
            </a:r>
            <a:r>
              <a:rPr lang="en-US" dirty="0" err="1" smtClean="0"/>
              <a:t>đã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r>
              <a:rPr lang="en-US" dirty="0" smtClean="0"/>
              <a:t> ở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môn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r>
              <a:rPr lang="en-US" dirty="0" smtClean="0"/>
              <a:t> </a:t>
            </a:r>
            <a:r>
              <a:rPr lang="en-US" dirty="0" err="1" smtClean="0"/>
              <a:t>trước</a:t>
            </a:r>
            <a:r>
              <a:rPr lang="en-US" dirty="0" smtClean="0"/>
              <a:t>: </a:t>
            </a:r>
            <a:r>
              <a:rPr lang="en-US" dirty="0" err="1" smtClean="0"/>
              <a:t>VLAN</a:t>
            </a:r>
            <a:r>
              <a:rPr lang="en-US" dirty="0" smtClean="0"/>
              <a:t>, </a:t>
            </a:r>
            <a:r>
              <a:rPr lang="en-US" dirty="0" err="1" smtClean="0"/>
              <a:t>STP</a:t>
            </a:r>
            <a:r>
              <a:rPr lang="en-US" dirty="0" smtClean="0"/>
              <a:t>,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tuyến</a:t>
            </a:r>
            <a:r>
              <a:rPr lang="en-US" dirty="0" smtClean="0"/>
              <a:t>, DNS, Web, Email, FTP,…</a:t>
            </a:r>
          </a:p>
          <a:p>
            <a:pPr>
              <a:spcAft>
                <a:spcPts val="1200"/>
              </a:spcAft>
            </a:pPr>
            <a:r>
              <a:rPr lang="en-US" dirty="0" err="1" smtClean="0"/>
              <a:t>Bài</a:t>
            </a:r>
            <a:r>
              <a:rPr lang="en-US" dirty="0" smtClean="0"/>
              <a:t> </a:t>
            </a:r>
            <a:r>
              <a:rPr lang="en-US" dirty="0" err="1" smtClean="0"/>
              <a:t>thiết</a:t>
            </a:r>
            <a:r>
              <a:rPr lang="en-US" dirty="0" smtClean="0"/>
              <a:t> </a:t>
            </a:r>
            <a:r>
              <a:rPr lang="en-US" dirty="0" err="1" smtClean="0"/>
              <a:t>kế</a:t>
            </a:r>
            <a:r>
              <a:rPr lang="en-US" dirty="0" smtClean="0"/>
              <a:t> </a:t>
            </a:r>
            <a:r>
              <a:rPr lang="en-US" dirty="0" err="1" smtClean="0"/>
              <a:t>viết</a:t>
            </a:r>
            <a:r>
              <a:rPr lang="en-US" dirty="0" smtClean="0"/>
              <a:t> </a:t>
            </a:r>
            <a:r>
              <a:rPr lang="en-US" dirty="0" err="1" smtClean="0"/>
              <a:t>theo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bố</a:t>
            </a:r>
            <a:r>
              <a:rPr lang="en-US" dirty="0" smtClean="0"/>
              <a:t> </a:t>
            </a:r>
            <a:r>
              <a:rPr lang="en-US" dirty="0" err="1" smtClean="0"/>
              <a:t>cục</a:t>
            </a:r>
            <a:r>
              <a:rPr lang="en-US" dirty="0" smtClean="0"/>
              <a:t> </a:t>
            </a:r>
            <a:r>
              <a:rPr lang="en-US" dirty="0" err="1" smtClean="0"/>
              <a:t>nhất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làm</a:t>
            </a:r>
            <a:r>
              <a:rPr lang="en-US" dirty="0" smtClean="0"/>
              <a:t> </a:t>
            </a:r>
            <a:r>
              <a:rPr lang="en-US" dirty="0" err="1" smtClean="0"/>
              <a:t>rõ</a:t>
            </a:r>
            <a:r>
              <a:rPr lang="en-US" dirty="0" smtClean="0"/>
              <a:t>: </a:t>
            </a:r>
            <a:r>
              <a:rPr lang="en-US" dirty="0" err="1" smtClean="0"/>
              <a:t>xác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mục</a:t>
            </a:r>
            <a:r>
              <a:rPr lang="en-US" dirty="0" smtClean="0"/>
              <a:t> </a:t>
            </a:r>
            <a:r>
              <a:rPr lang="en-US" dirty="0" err="1" smtClean="0"/>
              <a:t>tiêu</a:t>
            </a:r>
            <a:r>
              <a:rPr lang="en-US" dirty="0" smtClean="0"/>
              <a:t>, </a:t>
            </a:r>
            <a:r>
              <a:rPr lang="en-US" dirty="0" err="1" smtClean="0"/>
              <a:t>phân</a:t>
            </a:r>
            <a:r>
              <a:rPr lang="en-US" dirty="0" smtClean="0"/>
              <a:t> </a:t>
            </a:r>
            <a:r>
              <a:rPr lang="en-US" dirty="0" err="1" smtClean="0"/>
              <a:t>tích</a:t>
            </a:r>
            <a:r>
              <a:rPr lang="en-US" dirty="0" smtClean="0"/>
              <a:t> </a:t>
            </a:r>
            <a:r>
              <a:rPr lang="en-US" dirty="0" err="1" smtClean="0"/>
              <a:t>yêu</a:t>
            </a:r>
            <a:r>
              <a:rPr lang="en-US" dirty="0" smtClean="0"/>
              <a:t> </a:t>
            </a:r>
            <a:r>
              <a:rPr lang="en-US" dirty="0" err="1" smtClean="0"/>
              <a:t>cầu</a:t>
            </a:r>
            <a:r>
              <a:rPr lang="en-US" dirty="0" smtClean="0"/>
              <a:t>,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giải</a:t>
            </a:r>
            <a:r>
              <a:rPr lang="en-US" dirty="0" smtClean="0"/>
              <a:t> </a:t>
            </a:r>
            <a:r>
              <a:rPr lang="en-US" dirty="0" err="1" smtClean="0"/>
              <a:t>pháp</a:t>
            </a:r>
            <a:r>
              <a:rPr lang="en-US" dirty="0" smtClean="0"/>
              <a:t> </a:t>
            </a:r>
            <a:r>
              <a:rPr lang="en-US" dirty="0" err="1" smtClean="0"/>
              <a:t>kỹ</a:t>
            </a:r>
            <a:r>
              <a:rPr lang="en-US" dirty="0" smtClean="0"/>
              <a:t> </a:t>
            </a:r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đề</a:t>
            </a:r>
            <a:r>
              <a:rPr lang="en-US" dirty="0" smtClean="0"/>
              <a:t> </a:t>
            </a:r>
            <a:r>
              <a:rPr lang="en-US" dirty="0" err="1" smtClean="0"/>
              <a:t>xuất</a:t>
            </a:r>
            <a:r>
              <a:rPr lang="en-US" dirty="0" smtClean="0"/>
              <a:t>, </a:t>
            </a:r>
            <a:r>
              <a:rPr lang="en-US" dirty="0" err="1" smtClean="0"/>
              <a:t>kiểm</a:t>
            </a:r>
            <a:r>
              <a:rPr lang="en-US" dirty="0" smtClean="0"/>
              <a:t> </a:t>
            </a:r>
            <a:r>
              <a:rPr lang="en-US" dirty="0" err="1" smtClean="0"/>
              <a:t>chức</a:t>
            </a:r>
            <a:r>
              <a:rPr lang="en-US" dirty="0" smtClean="0"/>
              <a:t> </a:t>
            </a:r>
            <a:r>
              <a:rPr lang="en-US" dirty="0" err="1" smtClean="0"/>
              <a:t>bằng</a:t>
            </a:r>
            <a:r>
              <a:rPr lang="en-US" dirty="0" smtClean="0"/>
              <a:t> </a:t>
            </a:r>
            <a:r>
              <a:rPr lang="en-US" dirty="0" err="1" smtClean="0"/>
              <a:t>thử</a:t>
            </a:r>
            <a:r>
              <a:rPr lang="en-US" dirty="0" smtClean="0"/>
              <a:t> </a:t>
            </a:r>
            <a:r>
              <a:rPr lang="en-US" dirty="0" err="1" smtClean="0"/>
              <a:t>nghiệm</a:t>
            </a:r>
            <a:r>
              <a:rPr lang="en-US" dirty="0" smtClean="0"/>
              <a:t>, </a:t>
            </a:r>
            <a:r>
              <a:rPr lang="en-US" dirty="0" err="1" smtClean="0"/>
              <a:t>bảng</a:t>
            </a:r>
            <a:r>
              <a:rPr lang="en-US" dirty="0" smtClean="0"/>
              <a:t> </a:t>
            </a:r>
            <a:r>
              <a:rPr lang="en-US" dirty="0" err="1" smtClean="0"/>
              <a:t>danh</a:t>
            </a:r>
            <a:r>
              <a:rPr lang="en-US" dirty="0" smtClean="0"/>
              <a:t> </a:t>
            </a:r>
            <a:r>
              <a:rPr lang="en-US" dirty="0" err="1" smtClean="0"/>
              <a:t>mục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thiết</a:t>
            </a:r>
            <a:r>
              <a:rPr lang="en-US" dirty="0" smtClean="0"/>
              <a:t> </a:t>
            </a:r>
            <a:r>
              <a:rPr lang="en-US" dirty="0" err="1" smtClean="0"/>
              <a:t>bị</a:t>
            </a:r>
            <a:r>
              <a:rPr lang="en-US" dirty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dự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đầu</a:t>
            </a:r>
            <a:r>
              <a:rPr lang="en-US" dirty="0" smtClean="0"/>
              <a:t> </a:t>
            </a:r>
            <a:r>
              <a:rPr lang="en-US" dirty="0" err="1" smtClean="0"/>
              <a:t>tư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6297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ank Presentatio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7CD2"/>
      </a:hlink>
      <a:folHlink>
        <a:srgbClr val="003B73"/>
      </a:folHlink>
    </a:clrScheme>
    <a:fontScheme name="Blank Presentation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16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16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4262</TotalTime>
  <Words>381</Words>
  <Application>Microsoft Office PowerPoint</Application>
  <PresentationFormat>On-screen Show (4:3)</PresentationFormat>
  <Paragraphs>65</Paragraphs>
  <Slides>10</Slides>
  <Notes>2</Notes>
  <HiddenSlides>0</HiddenSlides>
  <MMClips>0</MMClips>
  <ScaleCrop>false</ScaleCrop>
  <HeadingPairs>
    <vt:vector size="6" baseType="variant"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Blank Presentation</vt:lpstr>
      <vt:lpstr>Custom Design</vt:lpstr>
      <vt:lpstr>Microsoft Visio Drawing</vt:lpstr>
      <vt:lpstr>PowerPoint Presentation</vt:lpstr>
      <vt:lpstr>Nội dung</vt:lpstr>
      <vt:lpstr>VLAN</vt:lpstr>
      <vt:lpstr>Spanning Tree Protocol - STP</vt:lpstr>
      <vt:lpstr>Định tuyến</vt:lpstr>
      <vt:lpstr>Switch layer 3 (MultiLayer Switch)</vt:lpstr>
      <vt:lpstr>Thực hành</vt:lpstr>
      <vt:lpstr>Thực hành</vt:lpstr>
      <vt:lpstr>Thực hành</vt:lpstr>
      <vt:lpstr>Kết luận</vt:lpstr>
    </vt:vector>
  </TitlesOfParts>
  <Company>Brains Design &amp; Writing Pty Ltd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Kristina</dc:creator>
  <cp:lastModifiedBy>Administrator</cp:lastModifiedBy>
  <cp:revision>537</cp:revision>
  <cp:lastPrinted>2007-12-06T04:31:24Z</cp:lastPrinted>
  <dcterms:modified xsi:type="dcterms:W3CDTF">2021-08-31T07:42:38Z</dcterms:modified>
</cp:coreProperties>
</file>